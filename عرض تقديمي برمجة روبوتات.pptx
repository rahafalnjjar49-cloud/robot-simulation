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5" d="100"/>
          <a:sy n="55" d="100"/>
        </p:scale>
        <p:origin x="-658" y="-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17084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219758" cy="1028699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68241" y="0"/>
            <a:ext cx="10219757" cy="10286999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69195" y="8179421"/>
            <a:ext cx="815656" cy="2107577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222691" y="2772964"/>
            <a:ext cx="1086068" cy="1254885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045383" y="5002120"/>
            <a:ext cx="643695" cy="743750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086185" y="5049478"/>
            <a:ext cx="562168" cy="649136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12457" y="4260294"/>
            <a:ext cx="10121353" cy="602670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52619" y="2825119"/>
            <a:ext cx="8884285" cy="9055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1708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16000" y="908114"/>
            <a:ext cx="5193665" cy="78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16000" y="1901967"/>
            <a:ext cx="11892280" cy="44022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3" Type="http://schemas.openxmlformats.org/officeDocument/2006/relationships/image" Target="../media/image2.png"/><Relationship Id="rId21" Type="http://schemas.openxmlformats.org/officeDocument/2006/relationships/image" Target="../media/image30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" Type="http://schemas.openxmlformats.org/officeDocument/2006/relationships/image" Target="../media/image1.png"/><Relationship Id="rId16" Type="http://schemas.openxmlformats.org/officeDocument/2006/relationships/image" Target="../media/image25.png"/><Relationship Id="rId20" Type="http://schemas.openxmlformats.org/officeDocument/2006/relationships/image" Target="../media/image2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24" Type="http://schemas.openxmlformats.org/officeDocument/2006/relationships/image" Target="../media/image33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23" Type="http://schemas.openxmlformats.org/officeDocument/2006/relationships/image" Target="../media/image32.png"/><Relationship Id="rId10" Type="http://schemas.openxmlformats.org/officeDocument/2006/relationships/image" Target="../media/image19.png"/><Relationship Id="rId19" Type="http://schemas.openxmlformats.org/officeDocument/2006/relationships/image" Target="../media/image28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Relationship Id="rId22" Type="http://schemas.openxmlformats.org/officeDocument/2006/relationships/image" Target="../media/image3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3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12" Type="http://schemas.openxmlformats.org/officeDocument/2006/relationships/image" Target="../media/image45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7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jp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png"/><Relationship Id="rId4" Type="http://schemas.openxmlformats.org/officeDocument/2006/relationships/image" Target="../media/image59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46.png"/><Relationship Id="rId4" Type="http://schemas.openxmlformats.org/officeDocument/2006/relationships/image" Target="../media/image60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.jpg"/><Relationship Id="rId4" Type="http://schemas.openxmlformats.org/officeDocument/2006/relationships/image" Target="../media/image62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65.png"/><Relationship Id="rId4" Type="http://schemas.openxmlformats.org/officeDocument/2006/relationships/image" Target="../media/image6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750" spc="445" dirty="0"/>
              <a:t>Virtual</a:t>
            </a:r>
            <a:r>
              <a:rPr sz="5750" spc="30" dirty="0"/>
              <a:t> </a:t>
            </a:r>
            <a:r>
              <a:rPr sz="5750" spc="-310" dirty="0"/>
              <a:t>Robot</a:t>
            </a:r>
            <a:r>
              <a:rPr sz="5750" spc="30" dirty="0"/>
              <a:t> </a:t>
            </a:r>
            <a:r>
              <a:rPr sz="5750" spc="55" dirty="0"/>
              <a:t>Simulation</a:t>
            </a:r>
            <a:endParaRPr sz="5750"/>
          </a:p>
        </p:txBody>
      </p:sp>
      <p:sp>
        <p:nvSpPr>
          <p:cNvPr id="3" name="object 3"/>
          <p:cNvSpPr txBox="1"/>
          <p:nvPr/>
        </p:nvSpPr>
        <p:spPr>
          <a:xfrm>
            <a:off x="9441616" y="4238878"/>
            <a:ext cx="8029575" cy="1597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 algn="ctr">
              <a:lnSpc>
                <a:spcPct val="116500"/>
              </a:lnSpc>
              <a:spcBef>
                <a:spcPts val="100"/>
              </a:spcBef>
            </a:pPr>
            <a:r>
              <a:rPr sz="2950" spc="-509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2950" spc="-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95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simple</a:t>
            </a:r>
            <a:r>
              <a:rPr sz="2950" spc="-1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950" spc="-85" dirty="0">
                <a:solidFill>
                  <a:srgbClr val="FFFFFF"/>
                </a:solidFill>
                <a:latin typeface="Lucida Sans Unicode"/>
                <a:cs typeface="Lucida Sans Unicode"/>
              </a:rPr>
              <a:t>Python</a:t>
            </a:r>
            <a:r>
              <a:rPr sz="2950" spc="-1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9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project</a:t>
            </a:r>
            <a:r>
              <a:rPr sz="2950" spc="-1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950" spc="-195" dirty="0">
                <a:solidFill>
                  <a:srgbClr val="FFFFFF"/>
                </a:solidFill>
                <a:latin typeface="Lucida Sans Unicode"/>
                <a:cs typeface="Lucida Sans Unicode"/>
              </a:rPr>
              <a:t>where</a:t>
            </a:r>
            <a:r>
              <a:rPr sz="2950" spc="-1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950" spc="685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2950" spc="-1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950" dirty="0">
                <a:solidFill>
                  <a:srgbClr val="FFFFFF"/>
                </a:solidFill>
                <a:latin typeface="Lucida Sans Unicode"/>
                <a:cs typeface="Lucida Sans Unicode"/>
              </a:rPr>
              <a:t>simulate</a:t>
            </a:r>
            <a:r>
              <a:rPr sz="2950" spc="-1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95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a </a:t>
            </a:r>
            <a:r>
              <a:rPr sz="29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robot</a:t>
            </a:r>
            <a:r>
              <a:rPr sz="2950" spc="-1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950" spc="-240" dirty="0">
                <a:solidFill>
                  <a:srgbClr val="FFFFFF"/>
                </a:solidFill>
                <a:latin typeface="Lucida Sans Unicode"/>
                <a:cs typeface="Lucida Sans Unicode"/>
              </a:rPr>
              <a:t>moving</a:t>
            </a:r>
            <a:r>
              <a:rPr sz="2950" spc="-1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95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inside</a:t>
            </a:r>
            <a:r>
              <a:rPr sz="2950" spc="-1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95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2950" spc="-1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950" spc="-515" dirty="0">
                <a:solidFill>
                  <a:srgbClr val="FFFFFF"/>
                </a:solidFill>
                <a:latin typeface="Lucida Sans Unicode"/>
                <a:cs typeface="Lucida Sans Unicode"/>
              </a:rPr>
              <a:t>2D</a:t>
            </a:r>
            <a:r>
              <a:rPr sz="2950" spc="-1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9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grid</a:t>
            </a:r>
            <a:r>
              <a:rPr sz="2950" spc="-1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95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to</a:t>
            </a:r>
            <a:r>
              <a:rPr sz="2950" spc="-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9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reach</a:t>
            </a:r>
            <a:r>
              <a:rPr sz="2950" spc="-1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95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2950" spc="-1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9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goal </a:t>
            </a:r>
            <a:r>
              <a:rPr sz="2950" dirty="0">
                <a:solidFill>
                  <a:srgbClr val="FFFFFF"/>
                </a:solidFill>
                <a:latin typeface="Lucida Sans Unicode"/>
                <a:cs typeface="Lucida Sans Unicode"/>
              </a:rPr>
              <a:t>while</a:t>
            </a:r>
            <a:r>
              <a:rPr sz="29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950" dirty="0">
                <a:solidFill>
                  <a:srgbClr val="FFFFFF"/>
                </a:solidFill>
                <a:latin typeface="Lucida Sans Unicode"/>
                <a:cs typeface="Lucida Sans Unicode"/>
              </a:rPr>
              <a:t>avoiding</a:t>
            </a:r>
            <a:r>
              <a:rPr sz="29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95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obstacles.</a:t>
            </a:r>
            <a:endParaRPr sz="29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833673" cy="10286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82156" y="0"/>
              <a:ext cx="10605842" cy="1028699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79187" y="1193843"/>
              <a:ext cx="5638165" cy="771525"/>
            </a:xfrm>
            <a:custGeom>
              <a:avLst/>
              <a:gdLst/>
              <a:ahLst/>
              <a:cxnLst/>
              <a:rect l="l" t="t" r="r" b="b"/>
              <a:pathLst>
                <a:path w="5638165" h="771525">
                  <a:moveTo>
                    <a:pt x="383481" y="771524"/>
                  </a:moveTo>
                  <a:lnTo>
                    <a:pt x="337478" y="768667"/>
                  </a:lnTo>
                  <a:lnTo>
                    <a:pt x="290874" y="759889"/>
                  </a:lnTo>
                  <a:lnTo>
                    <a:pt x="246425" y="745702"/>
                  </a:lnTo>
                  <a:lnTo>
                    <a:pt x="204493" y="726466"/>
                  </a:lnTo>
                  <a:lnTo>
                    <a:pt x="165440" y="702544"/>
                  </a:lnTo>
                  <a:lnTo>
                    <a:pt x="129627" y="674297"/>
                  </a:lnTo>
                  <a:lnTo>
                    <a:pt x="97416" y="642086"/>
                  </a:lnTo>
                  <a:lnTo>
                    <a:pt x="69169" y="606273"/>
                  </a:lnTo>
                  <a:lnTo>
                    <a:pt x="45247" y="567220"/>
                  </a:lnTo>
                  <a:lnTo>
                    <a:pt x="26011" y="525288"/>
                  </a:lnTo>
                  <a:lnTo>
                    <a:pt x="11824" y="480839"/>
                  </a:lnTo>
                  <a:lnTo>
                    <a:pt x="3046" y="434235"/>
                  </a:lnTo>
                  <a:lnTo>
                    <a:pt x="0" y="385834"/>
                  </a:lnTo>
                  <a:lnTo>
                    <a:pt x="3046" y="337438"/>
                  </a:lnTo>
                  <a:lnTo>
                    <a:pt x="11824" y="290833"/>
                  </a:lnTo>
                  <a:lnTo>
                    <a:pt x="26011" y="246384"/>
                  </a:lnTo>
                  <a:lnTo>
                    <a:pt x="45247" y="204453"/>
                  </a:lnTo>
                  <a:lnTo>
                    <a:pt x="69169" y="165399"/>
                  </a:lnTo>
                  <a:lnTo>
                    <a:pt x="97416" y="129587"/>
                  </a:lnTo>
                  <a:lnTo>
                    <a:pt x="129627" y="97376"/>
                  </a:lnTo>
                  <a:lnTo>
                    <a:pt x="165440" y="69129"/>
                  </a:lnTo>
                  <a:lnTo>
                    <a:pt x="204493" y="45206"/>
                  </a:lnTo>
                  <a:lnTo>
                    <a:pt x="246425" y="25971"/>
                  </a:lnTo>
                  <a:lnTo>
                    <a:pt x="290874" y="11783"/>
                  </a:lnTo>
                  <a:lnTo>
                    <a:pt x="337478" y="3006"/>
                  </a:lnTo>
                  <a:lnTo>
                    <a:pt x="385877" y="0"/>
                  </a:lnTo>
                  <a:lnTo>
                    <a:pt x="5252028" y="0"/>
                  </a:lnTo>
                  <a:lnTo>
                    <a:pt x="5300427" y="3006"/>
                  </a:lnTo>
                  <a:lnTo>
                    <a:pt x="5347031" y="11783"/>
                  </a:lnTo>
                  <a:lnTo>
                    <a:pt x="5391480" y="25971"/>
                  </a:lnTo>
                  <a:lnTo>
                    <a:pt x="5433412" y="45206"/>
                  </a:lnTo>
                  <a:lnTo>
                    <a:pt x="5472465" y="69128"/>
                  </a:lnTo>
                  <a:lnTo>
                    <a:pt x="5508278" y="97376"/>
                  </a:lnTo>
                  <a:lnTo>
                    <a:pt x="5540489" y="129586"/>
                  </a:lnTo>
                  <a:lnTo>
                    <a:pt x="5568736" y="165399"/>
                  </a:lnTo>
                  <a:lnTo>
                    <a:pt x="5592658" y="204452"/>
                  </a:lnTo>
                  <a:lnTo>
                    <a:pt x="5611894" y="246384"/>
                  </a:lnTo>
                  <a:lnTo>
                    <a:pt x="5626082" y="290833"/>
                  </a:lnTo>
                  <a:lnTo>
                    <a:pt x="5634859" y="337438"/>
                  </a:lnTo>
                  <a:lnTo>
                    <a:pt x="5637865" y="385836"/>
                  </a:lnTo>
                  <a:lnTo>
                    <a:pt x="5634859" y="434235"/>
                  </a:lnTo>
                  <a:lnTo>
                    <a:pt x="5626082" y="480840"/>
                  </a:lnTo>
                  <a:lnTo>
                    <a:pt x="5611894" y="525289"/>
                  </a:lnTo>
                  <a:lnTo>
                    <a:pt x="5592658" y="567220"/>
                  </a:lnTo>
                  <a:lnTo>
                    <a:pt x="5568736" y="606274"/>
                  </a:lnTo>
                  <a:lnTo>
                    <a:pt x="5540489" y="642086"/>
                  </a:lnTo>
                  <a:lnTo>
                    <a:pt x="5508278" y="674297"/>
                  </a:lnTo>
                  <a:lnTo>
                    <a:pt x="5472465" y="702544"/>
                  </a:lnTo>
                  <a:lnTo>
                    <a:pt x="5433412" y="726467"/>
                  </a:lnTo>
                  <a:lnTo>
                    <a:pt x="5391480" y="745702"/>
                  </a:lnTo>
                  <a:lnTo>
                    <a:pt x="5347031" y="759890"/>
                  </a:lnTo>
                  <a:lnTo>
                    <a:pt x="5300427" y="768667"/>
                  </a:lnTo>
                  <a:lnTo>
                    <a:pt x="5254425" y="771524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921942" y="1994219"/>
              <a:ext cx="0" cy="6492240"/>
            </a:xfrm>
            <a:custGeom>
              <a:avLst/>
              <a:gdLst/>
              <a:ahLst/>
              <a:cxnLst/>
              <a:rect l="l" t="t" r="r" b="b"/>
              <a:pathLst>
                <a:path h="6492240">
                  <a:moveTo>
                    <a:pt x="0" y="6492239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18CB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4622848" y="713944"/>
              <a:ext cx="2637155" cy="2637155"/>
            </a:xfrm>
            <a:custGeom>
              <a:avLst/>
              <a:gdLst/>
              <a:ahLst/>
              <a:cxnLst/>
              <a:rect l="l" t="t" r="r" b="b"/>
              <a:pathLst>
                <a:path w="2637155" h="2637154">
                  <a:moveTo>
                    <a:pt x="1517500" y="2636793"/>
                  </a:moveTo>
                  <a:lnTo>
                    <a:pt x="1096107" y="2636793"/>
                  </a:lnTo>
                  <a:lnTo>
                    <a:pt x="1090943" y="2634565"/>
                  </a:lnTo>
                  <a:lnTo>
                    <a:pt x="1083249" y="2626870"/>
                  </a:lnTo>
                  <a:lnTo>
                    <a:pt x="1081122" y="2621606"/>
                  </a:lnTo>
                  <a:lnTo>
                    <a:pt x="1091753" y="1826609"/>
                  </a:lnTo>
                  <a:lnTo>
                    <a:pt x="557976" y="2402810"/>
                  </a:lnTo>
                  <a:lnTo>
                    <a:pt x="551597" y="2404835"/>
                  </a:lnTo>
                  <a:lnTo>
                    <a:pt x="540763" y="2403215"/>
                  </a:lnTo>
                  <a:lnTo>
                    <a:pt x="537119" y="2401493"/>
                  </a:lnTo>
                  <a:lnTo>
                    <a:pt x="532562" y="2397140"/>
                  </a:lnTo>
                  <a:lnTo>
                    <a:pt x="531347" y="2395722"/>
                  </a:lnTo>
                  <a:lnTo>
                    <a:pt x="530436" y="2394305"/>
                  </a:lnTo>
                  <a:lnTo>
                    <a:pt x="514072" y="2379257"/>
                  </a:lnTo>
                  <a:lnTo>
                    <a:pt x="227908" y="2106458"/>
                  </a:lnTo>
                  <a:lnTo>
                    <a:pt x="225681" y="2101395"/>
                  </a:lnTo>
                  <a:lnTo>
                    <a:pt x="225478" y="2090562"/>
                  </a:lnTo>
                  <a:lnTo>
                    <a:pt x="227604" y="2085297"/>
                  </a:lnTo>
                  <a:lnTo>
                    <a:pt x="787403" y="1515070"/>
                  </a:lnTo>
                  <a:lnTo>
                    <a:pt x="20148" y="1512640"/>
                  </a:lnTo>
                  <a:lnTo>
                    <a:pt x="12301" y="1511042"/>
                  </a:lnTo>
                  <a:lnTo>
                    <a:pt x="5897" y="1506692"/>
                  </a:lnTo>
                  <a:lnTo>
                    <a:pt x="1581" y="1500253"/>
                  </a:lnTo>
                  <a:lnTo>
                    <a:pt x="0" y="1492390"/>
                  </a:lnTo>
                  <a:lnTo>
                    <a:pt x="0" y="1167385"/>
                  </a:lnTo>
                  <a:lnTo>
                    <a:pt x="778291" y="1144706"/>
                  </a:lnTo>
                  <a:lnTo>
                    <a:pt x="235299" y="569416"/>
                  </a:lnTo>
                  <a:lnTo>
                    <a:pt x="231553" y="565873"/>
                  </a:lnTo>
                  <a:lnTo>
                    <a:pt x="229224" y="560912"/>
                  </a:lnTo>
                  <a:lnTo>
                    <a:pt x="228718" y="549572"/>
                  </a:lnTo>
                  <a:lnTo>
                    <a:pt x="231148" y="543801"/>
                  </a:lnTo>
                  <a:lnTo>
                    <a:pt x="552306" y="249980"/>
                  </a:lnTo>
                  <a:lnTo>
                    <a:pt x="557672" y="247955"/>
                  </a:lnTo>
                  <a:lnTo>
                    <a:pt x="568404" y="248664"/>
                  </a:lnTo>
                  <a:lnTo>
                    <a:pt x="573466" y="251094"/>
                  </a:lnTo>
                  <a:lnTo>
                    <a:pt x="1104814" y="850784"/>
                  </a:lnTo>
                  <a:lnTo>
                    <a:pt x="1115850" y="19945"/>
                  </a:lnTo>
                  <a:lnTo>
                    <a:pt x="1117505" y="12173"/>
                  </a:lnTo>
                  <a:lnTo>
                    <a:pt x="1121874" y="5834"/>
                  </a:lnTo>
                  <a:lnTo>
                    <a:pt x="1128294" y="1564"/>
                  </a:lnTo>
                  <a:lnTo>
                    <a:pt x="1136100" y="0"/>
                  </a:lnTo>
                  <a:lnTo>
                    <a:pt x="1477608" y="0"/>
                  </a:lnTo>
                  <a:lnTo>
                    <a:pt x="1507983" y="781227"/>
                  </a:lnTo>
                  <a:lnTo>
                    <a:pt x="1578957" y="708835"/>
                  </a:lnTo>
                  <a:lnTo>
                    <a:pt x="2107470" y="259801"/>
                  </a:lnTo>
                  <a:lnTo>
                    <a:pt x="2114420" y="255933"/>
                  </a:lnTo>
                  <a:lnTo>
                    <a:pt x="2122063" y="255055"/>
                  </a:lnTo>
                  <a:lnTo>
                    <a:pt x="2129496" y="257082"/>
                  </a:lnTo>
                  <a:lnTo>
                    <a:pt x="2135820" y="261927"/>
                  </a:lnTo>
                  <a:lnTo>
                    <a:pt x="2360691" y="518995"/>
                  </a:lnTo>
                  <a:lnTo>
                    <a:pt x="2364651" y="525888"/>
                  </a:lnTo>
                  <a:lnTo>
                    <a:pt x="2365639" y="533511"/>
                  </a:lnTo>
                  <a:lnTo>
                    <a:pt x="2363723" y="540964"/>
                  </a:lnTo>
                  <a:lnTo>
                    <a:pt x="2358970" y="547344"/>
                  </a:lnTo>
                  <a:lnTo>
                    <a:pt x="1852934" y="1003364"/>
                  </a:lnTo>
                  <a:lnTo>
                    <a:pt x="1825863" y="1033270"/>
                  </a:lnTo>
                  <a:lnTo>
                    <a:pt x="1725969" y="1141770"/>
                  </a:lnTo>
                  <a:lnTo>
                    <a:pt x="2621910" y="1138935"/>
                  </a:lnTo>
                  <a:lnTo>
                    <a:pt x="2626972" y="1141061"/>
                  </a:lnTo>
                  <a:lnTo>
                    <a:pt x="2634667" y="1148654"/>
                  </a:lnTo>
                  <a:lnTo>
                    <a:pt x="2636793" y="1153818"/>
                  </a:lnTo>
                  <a:lnTo>
                    <a:pt x="2636793" y="1506059"/>
                  </a:lnTo>
                  <a:lnTo>
                    <a:pt x="2634667" y="1511222"/>
                  </a:lnTo>
                  <a:lnTo>
                    <a:pt x="2630820" y="1515070"/>
                  </a:lnTo>
                  <a:lnTo>
                    <a:pt x="2627074" y="1518816"/>
                  </a:lnTo>
                  <a:lnTo>
                    <a:pt x="2622214" y="1520841"/>
                  </a:lnTo>
                  <a:lnTo>
                    <a:pt x="2616645" y="1520942"/>
                  </a:lnTo>
                  <a:lnTo>
                    <a:pt x="1696000" y="1518006"/>
                  </a:lnTo>
                  <a:lnTo>
                    <a:pt x="1707137" y="1530662"/>
                  </a:lnTo>
                  <a:lnTo>
                    <a:pt x="2351477" y="2122151"/>
                  </a:lnTo>
                  <a:lnTo>
                    <a:pt x="2356155" y="2128574"/>
                  </a:lnTo>
                  <a:lnTo>
                    <a:pt x="2357995" y="2136022"/>
                  </a:lnTo>
                  <a:lnTo>
                    <a:pt x="2356930" y="2143622"/>
                  </a:lnTo>
                  <a:lnTo>
                    <a:pt x="2352895" y="2150500"/>
                  </a:lnTo>
                  <a:lnTo>
                    <a:pt x="2125897" y="2405745"/>
                  </a:lnTo>
                  <a:lnTo>
                    <a:pt x="2119531" y="2410560"/>
                  </a:lnTo>
                  <a:lnTo>
                    <a:pt x="2112102" y="2412517"/>
                  </a:lnTo>
                  <a:lnTo>
                    <a:pt x="2104483" y="2411569"/>
                  </a:lnTo>
                  <a:lnTo>
                    <a:pt x="2097548" y="2407669"/>
                  </a:lnTo>
                  <a:lnTo>
                    <a:pt x="1522967" y="1912770"/>
                  </a:lnTo>
                  <a:lnTo>
                    <a:pt x="1532282" y="2621606"/>
                  </a:lnTo>
                  <a:lnTo>
                    <a:pt x="1530257" y="2626870"/>
                  </a:lnTo>
                  <a:lnTo>
                    <a:pt x="1522664" y="2634667"/>
                  </a:lnTo>
                  <a:lnTo>
                    <a:pt x="1517500" y="263679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9883237"/>
              <a:ext cx="18287998" cy="403761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016073" y="1226592"/>
            <a:ext cx="5364480" cy="6496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100" spc="-375" dirty="0"/>
              <a:t>What</a:t>
            </a:r>
            <a:r>
              <a:rPr sz="4100" spc="15" dirty="0"/>
              <a:t> </a:t>
            </a:r>
            <a:r>
              <a:rPr sz="4100" spc="85" dirty="0"/>
              <a:t>the</a:t>
            </a:r>
            <a:r>
              <a:rPr sz="4100" spc="15" dirty="0"/>
              <a:t> </a:t>
            </a:r>
            <a:r>
              <a:rPr sz="4100" spc="145" dirty="0"/>
              <a:t>Project</a:t>
            </a:r>
            <a:r>
              <a:rPr sz="4100" spc="15" dirty="0"/>
              <a:t> </a:t>
            </a:r>
            <a:r>
              <a:rPr sz="4100" spc="-395" dirty="0"/>
              <a:t>Does</a:t>
            </a:r>
            <a:endParaRPr sz="4100"/>
          </a:p>
        </p:txBody>
      </p:sp>
      <p:grpSp>
        <p:nvGrpSpPr>
          <p:cNvPr id="10" name="object 10"/>
          <p:cNvGrpSpPr/>
          <p:nvPr/>
        </p:nvGrpSpPr>
        <p:grpSpPr>
          <a:xfrm>
            <a:off x="1327024" y="3256277"/>
            <a:ext cx="106680" cy="1981835"/>
            <a:chOff x="1327024" y="3256277"/>
            <a:chExt cx="106680" cy="1981835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27024" y="3256277"/>
              <a:ext cx="106544" cy="10654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27024" y="3725073"/>
              <a:ext cx="106544" cy="10654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27024" y="4193868"/>
              <a:ext cx="106544" cy="10654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27024" y="4662664"/>
              <a:ext cx="106544" cy="10654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27024" y="5131459"/>
              <a:ext cx="106544" cy="106544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589841" y="2991451"/>
            <a:ext cx="7853045" cy="23698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783714">
              <a:lnSpc>
                <a:spcPct val="116100"/>
              </a:lnSpc>
              <a:spcBef>
                <a:spcPts val="95"/>
              </a:spcBef>
            </a:pPr>
            <a:r>
              <a:rPr sz="2650" spc="-225" dirty="0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sz="2650" spc="-9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650" dirty="0">
                <a:solidFill>
                  <a:srgbClr val="FFFFFF"/>
                </a:solidFill>
                <a:latin typeface="Lucida Sans Unicode"/>
                <a:cs typeface="Lucida Sans Unicode"/>
              </a:rPr>
              <a:t>robot</a:t>
            </a:r>
            <a:r>
              <a:rPr sz="2650" spc="-1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650" spc="180" dirty="0">
                <a:solidFill>
                  <a:srgbClr val="FFFFFF"/>
                </a:solidFill>
                <a:latin typeface="Lucida Sans Unicode"/>
                <a:cs typeface="Lucida Sans Unicode"/>
              </a:rPr>
              <a:t>starts</a:t>
            </a:r>
            <a:r>
              <a:rPr sz="2650" spc="-114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650" spc="160" dirty="0">
                <a:solidFill>
                  <a:srgbClr val="FFFFFF"/>
                </a:solidFill>
                <a:latin typeface="Lucida Sans Unicode"/>
                <a:cs typeface="Lucida Sans Unicode"/>
              </a:rPr>
              <a:t>at</a:t>
            </a:r>
            <a:r>
              <a:rPr sz="2650" spc="-1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65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2650" spc="-114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65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fixed</a:t>
            </a:r>
            <a:r>
              <a:rPr sz="2650" spc="-1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650" spc="120" dirty="0">
                <a:solidFill>
                  <a:srgbClr val="FFFFFF"/>
                </a:solidFill>
                <a:latin typeface="Lucida Sans Unicode"/>
                <a:cs typeface="Lucida Sans Unicode"/>
              </a:rPr>
              <a:t>position. </a:t>
            </a:r>
            <a:r>
              <a:rPr sz="2650" spc="509" dirty="0">
                <a:solidFill>
                  <a:srgbClr val="FFFFFF"/>
                </a:solidFill>
                <a:latin typeface="Lucida Sans Unicode"/>
                <a:cs typeface="Lucida Sans Unicode"/>
              </a:rPr>
              <a:t>It</a:t>
            </a:r>
            <a:r>
              <a:rPr sz="2650" spc="-1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650" spc="250" dirty="0">
                <a:solidFill>
                  <a:srgbClr val="FFFFFF"/>
                </a:solidFill>
                <a:latin typeface="Lucida Sans Unicode"/>
                <a:cs typeface="Lucida Sans Unicode"/>
              </a:rPr>
              <a:t>tries</a:t>
            </a:r>
            <a:r>
              <a:rPr sz="2650" spc="-114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65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to</a:t>
            </a:r>
            <a:r>
              <a:rPr sz="2650" spc="-114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650" dirty="0">
                <a:solidFill>
                  <a:srgbClr val="FFFFFF"/>
                </a:solidFill>
                <a:latin typeface="Lucida Sans Unicode"/>
                <a:cs typeface="Lucida Sans Unicode"/>
              </a:rPr>
              <a:t>reach</a:t>
            </a:r>
            <a:r>
              <a:rPr sz="2650" spc="-1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65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2650" spc="-114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650" dirty="0">
                <a:solidFill>
                  <a:srgbClr val="FFFFFF"/>
                </a:solidFill>
                <a:latin typeface="Lucida Sans Unicode"/>
                <a:cs typeface="Lucida Sans Unicode"/>
              </a:rPr>
              <a:t>goal</a:t>
            </a:r>
            <a:r>
              <a:rPr sz="2650" spc="-114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650" spc="320" dirty="0">
                <a:solidFill>
                  <a:srgbClr val="FFFFFF"/>
                </a:solidFill>
                <a:latin typeface="Lucida Sans Unicode"/>
                <a:cs typeface="Lucida Sans Unicode"/>
              </a:rPr>
              <a:t>cell.</a:t>
            </a:r>
            <a:endParaRPr sz="26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2650" spc="-85" dirty="0">
                <a:solidFill>
                  <a:srgbClr val="FFFFFF"/>
                </a:solidFill>
                <a:latin typeface="Lucida Sans Unicode"/>
                <a:cs typeface="Lucida Sans Unicode"/>
              </a:rPr>
              <a:t>There</a:t>
            </a:r>
            <a:r>
              <a:rPr sz="265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650" dirty="0">
                <a:solidFill>
                  <a:srgbClr val="FFFFFF"/>
                </a:solidFill>
                <a:latin typeface="Lucida Sans Unicode"/>
                <a:cs typeface="Lucida Sans Unicode"/>
              </a:rPr>
              <a:t>are</a:t>
            </a:r>
            <a:r>
              <a:rPr sz="265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65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obstacles</a:t>
            </a:r>
            <a:r>
              <a:rPr sz="265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650" spc="175" dirty="0">
                <a:solidFill>
                  <a:srgbClr val="FFFFFF"/>
                </a:solidFill>
                <a:latin typeface="Lucida Sans Unicode"/>
                <a:cs typeface="Lucida Sans Unicode"/>
              </a:rPr>
              <a:t>in</a:t>
            </a:r>
            <a:r>
              <a:rPr sz="265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650" dirty="0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sz="265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6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map.</a:t>
            </a:r>
            <a:endParaRPr sz="2650">
              <a:latin typeface="Lucida Sans Unicode"/>
              <a:cs typeface="Lucida Sans Unicode"/>
            </a:endParaRPr>
          </a:p>
          <a:p>
            <a:pPr marL="12700" marR="5080">
              <a:lnSpc>
                <a:spcPct val="116100"/>
              </a:lnSpc>
            </a:pPr>
            <a:r>
              <a:rPr sz="2650" spc="-225" dirty="0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sz="2650" spc="-9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650" dirty="0">
                <a:solidFill>
                  <a:srgbClr val="FFFFFF"/>
                </a:solidFill>
                <a:latin typeface="Lucida Sans Unicode"/>
                <a:cs typeface="Lucida Sans Unicode"/>
              </a:rPr>
              <a:t>robot</a:t>
            </a:r>
            <a:r>
              <a:rPr sz="2650" spc="-1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650" spc="-240" dirty="0">
                <a:solidFill>
                  <a:srgbClr val="FFFFFF"/>
                </a:solidFill>
                <a:latin typeface="Lucida Sans Unicode"/>
                <a:cs typeface="Lucida Sans Unicode"/>
              </a:rPr>
              <a:t>must</a:t>
            </a:r>
            <a:r>
              <a:rPr sz="2650" spc="-9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650" dirty="0">
                <a:solidFill>
                  <a:srgbClr val="FFFFFF"/>
                </a:solidFill>
                <a:latin typeface="Lucida Sans Unicode"/>
                <a:cs typeface="Lucida Sans Unicode"/>
              </a:rPr>
              <a:t>avoid</a:t>
            </a:r>
            <a:r>
              <a:rPr sz="2650" spc="-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650" spc="-265" dirty="0">
                <a:solidFill>
                  <a:srgbClr val="FFFFFF"/>
                </a:solidFill>
                <a:latin typeface="Lucida Sans Unicode"/>
                <a:cs typeface="Lucida Sans Unicode"/>
              </a:rPr>
              <a:t>them</a:t>
            </a:r>
            <a:r>
              <a:rPr sz="2650" spc="-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650" spc="-215" dirty="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sz="2650" spc="-1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65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find</a:t>
            </a:r>
            <a:r>
              <a:rPr sz="2650" spc="-1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6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another</a:t>
            </a:r>
            <a:r>
              <a:rPr sz="2650" spc="-1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65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path. </a:t>
            </a:r>
            <a:r>
              <a:rPr sz="2650" dirty="0">
                <a:solidFill>
                  <a:srgbClr val="FFFFFF"/>
                </a:solidFill>
                <a:latin typeface="Lucida Sans Unicode"/>
                <a:cs typeface="Lucida Sans Unicode"/>
              </a:rPr>
              <a:t>Everything</a:t>
            </a:r>
            <a:r>
              <a:rPr sz="26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650" spc="330" dirty="0">
                <a:solidFill>
                  <a:srgbClr val="FFFFFF"/>
                </a:solidFill>
                <a:latin typeface="Lucida Sans Unicode"/>
                <a:cs typeface="Lucida Sans Unicode"/>
              </a:rPr>
              <a:t>is</a:t>
            </a:r>
            <a:r>
              <a:rPr sz="26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650" spc="-229" dirty="0">
                <a:solidFill>
                  <a:srgbClr val="FFFFFF"/>
                </a:solidFill>
                <a:latin typeface="Lucida Sans Unicode"/>
                <a:cs typeface="Lucida Sans Unicode"/>
              </a:rPr>
              <a:t>done</a:t>
            </a:r>
            <a:r>
              <a:rPr sz="26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6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using</a:t>
            </a:r>
            <a:r>
              <a:rPr sz="26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6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simple</a:t>
            </a:r>
            <a:r>
              <a:rPr sz="26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65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Python</a:t>
            </a:r>
            <a:r>
              <a:rPr sz="26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650" spc="204" dirty="0">
                <a:solidFill>
                  <a:srgbClr val="FFFFFF"/>
                </a:solidFill>
                <a:latin typeface="Lucida Sans Unicode"/>
                <a:cs typeface="Lucida Sans Unicode"/>
              </a:rPr>
              <a:t>logic.</a:t>
            </a:r>
            <a:endParaRPr sz="26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0219758" cy="10286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68241" y="0"/>
              <a:ext cx="10219757" cy="1028699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3259668" y="6459806"/>
              <a:ext cx="3999865" cy="95250"/>
            </a:xfrm>
            <a:custGeom>
              <a:avLst/>
              <a:gdLst/>
              <a:ahLst/>
              <a:cxnLst/>
              <a:rect l="l" t="t" r="r" b="b"/>
              <a:pathLst>
                <a:path w="3999865" h="95250">
                  <a:moveTo>
                    <a:pt x="3999631" y="95255"/>
                  </a:moveTo>
                  <a:lnTo>
                    <a:pt x="0" y="95255"/>
                  </a:lnTo>
                  <a:lnTo>
                    <a:pt x="0" y="0"/>
                  </a:lnTo>
                  <a:lnTo>
                    <a:pt x="3999631" y="0"/>
                  </a:lnTo>
                  <a:lnTo>
                    <a:pt x="3999631" y="95255"/>
                  </a:lnTo>
                  <a:close/>
                </a:path>
              </a:pathLst>
            </a:custGeom>
            <a:solidFill>
              <a:srgbClr val="04E1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715892" y="6390213"/>
              <a:ext cx="5110987" cy="337835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088467" y="5768858"/>
              <a:ext cx="1455276" cy="294073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3088467" y="5348758"/>
              <a:ext cx="1455420" cy="840740"/>
            </a:xfrm>
            <a:custGeom>
              <a:avLst/>
              <a:gdLst/>
              <a:ahLst/>
              <a:cxnLst/>
              <a:rect l="l" t="t" r="r" b="b"/>
              <a:pathLst>
                <a:path w="1455419" h="840739">
                  <a:moveTo>
                    <a:pt x="727641" y="840200"/>
                  </a:moveTo>
                  <a:lnTo>
                    <a:pt x="0" y="420100"/>
                  </a:lnTo>
                  <a:lnTo>
                    <a:pt x="727641" y="0"/>
                  </a:lnTo>
                  <a:lnTo>
                    <a:pt x="1455282" y="420100"/>
                  </a:lnTo>
                  <a:lnTo>
                    <a:pt x="727641" y="840200"/>
                  </a:lnTo>
                  <a:close/>
                </a:path>
              </a:pathLst>
            </a:custGeom>
            <a:solidFill>
              <a:srgbClr val="79FF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3656" y="5469665"/>
              <a:ext cx="797264" cy="79726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751630" y="5677829"/>
              <a:ext cx="102615" cy="22600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959265" y="5768716"/>
              <a:ext cx="107488" cy="23155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701585" y="5894309"/>
              <a:ext cx="420305" cy="34975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2701585" y="5894309"/>
              <a:ext cx="420370" cy="266700"/>
            </a:xfrm>
            <a:custGeom>
              <a:avLst/>
              <a:gdLst/>
              <a:ahLst/>
              <a:cxnLst/>
              <a:rect l="l" t="t" r="r" b="b"/>
              <a:pathLst>
                <a:path w="420369" h="266700">
                  <a:moveTo>
                    <a:pt x="407765" y="266230"/>
                  </a:moveTo>
                  <a:lnTo>
                    <a:pt x="418698" y="217035"/>
                  </a:lnTo>
                  <a:lnTo>
                    <a:pt x="420305" y="194280"/>
                  </a:lnTo>
                  <a:lnTo>
                    <a:pt x="0" y="0"/>
                  </a:lnTo>
                  <a:lnTo>
                    <a:pt x="5022" y="47794"/>
                  </a:lnTo>
                  <a:lnTo>
                    <a:pt x="407765" y="2662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5147069" y="8079454"/>
              <a:ext cx="247015" cy="142875"/>
            </a:xfrm>
            <a:custGeom>
              <a:avLst/>
              <a:gdLst/>
              <a:ahLst/>
              <a:cxnLst/>
              <a:rect l="l" t="t" r="r" b="b"/>
              <a:pathLst>
                <a:path w="247015" h="142875">
                  <a:moveTo>
                    <a:pt x="123382" y="142462"/>
                  </a:moveTo>
                  <a:lnTo>
                    <a:pt x="0" y="71248"/>
                  </a:lnTo>
                  <a:lnTo>
                    <a:pt x="123412" y="0"/>
                  </a:lnTo>
                  <a:lnTo>
                    <a:pt x="246765" y="71231"/>
                  </a:lnTo>
                  <a:lnTo>
                    <a:pt x="123382" y="142462"/>
                  </a:lnTo>
                  <a:close/>
                </a:path>
              </a:pathLst>
            </a:custGeom>
            <a:solidFill>
              <a:srgbClr val="79FF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635208" y="4718593"/>
              <a:ext cx="1455277" cy="294073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5147069" y="8150703"/>
              <a:ext cx="123825" cy="356235"/>
            </a:xfrm>
            <a:custGeom>
              <a:avLst/>
              <a:gdLst/>
              <a:ahLst/>
              <a:cxnLst/>
              <a:rect l="l" t="t" r="r" b="b"/>
              <a:pathLst>
                <a:path w="123825" h="356234">
                  <a:moveTo>
                    <a:pt x="123382" y="356168"/>
                  </a:moveTo>
                  <a:lnTo>
                    <a:pt x="0" y="284936"/>
                  </a:lnTo>
                  <a:lnTo>
                    <a:pt x="0" y="0"/>
                  </a:lnTo>
                  <a:lnTo>
                    <a:pt x="123382" y="71213"/>
                  </a:lnTo>
                  <a:lnTo>
                    <a:pt x="123382" y="356168"/>
                  </a:lnTo>
                  <a:close/>
                </a:path>
              </a:pathLst>
            </a:custGeom>
            <a:solidFill>
              <a:srgbClr val="2500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5270457" y="8150685"/>
              <a:ext cx="123825" cy="356235"/>
            </a:xfrm>
            <a:custGeom>
              <a:avLst/>
              <a:gdLst/>
              <a:ahLst/>
              <a:cxnLst/>
              <a:rect l="l" t="t" r="r" b="b"/>
              <a:pathLst>
                <a:path w="123825" h="356234">
                  <a:moveTo>
                    <a:pt x="0" y="356191"/>
                  </a:moveTo>
                  <a:lnTo>
                    <a:pt x="0" y="71237"/>
                  </a:lnTo>
                  <a:lnTo>
                    <a:pt x="123382" y="0"/>
                  </a:lnTo>
                  <a:lnTo>
                    <a:pt x="123382" y="284954"/>
                  </a:lnTo>
                  <a:lnTo>
                    <a:pt x="0" y="356191"/>
                  </a:lnTo>
                  <a:close/>
                </a:path>
              </a:pathLst>
            </a:custGeom>
            <a:solidFill>
              <a:srgbClr val="73A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3816102" y="4298505"/>
              <a:ext cx="3274695" cy="2520950"/>
            </a:xfrm>
            <a:custGeom>
              <a:avLst/>
              <a:gdLst/>
              <a:ahLst/>
              <a:cxnLst/>
              <a:rect l="l" t="t" r="r" b="b"/>
              <a:pathLst>
                <a:path w="3274694" h="2520950">
                  <a:moveTo>
                    <a:pt x="727633" y="2310511"/>
                  </a:moveTo>
                  <a:lnTo>
                    <a:pt x="363893" y="2100465"/>
                  </a:lnTo>
                  <a:lnTo>
                    <a:pt x="0" y="2310561"/>
                  </a:lnTo>
                  <a:lnTo>
                    <a:pt x="363816" y="2520556"/>
                  </a:lnTo>
                  <a:lnTo>
                    <a:pt x="727633" y="2310511"/>
                  </a:lnTo>
                  <a:close/>
                </a:path>
                <a:path w="3274694" h="2520950">
                  <a:moveTo>
                    <a:pt x="3274377" y="420103"/>
                  </a:moveTo>
                  <a:lnTo>
                    <a:pt x="2546731" y="0"/>
                  </a:lnTo>
                  <a:lnTo>
                    <a:pt x="1819097" y="420103"/>
                  </a:lnTo>
                  <a:lnTo>
                    <a:pt x="2546731" y="840206"/>
                  </a:lnTo>
                  <a:lnTo>
                    <a:pt x="3274377" y="420103"/>
                  </a:lnTo>
                  <a:close/>
                </a:path>
              </a:pathLst>
            </a:custGeom>
            <a:solidFill>
              <a:srgbClr val="79FF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3816102" y="6609012"/>
              <a:ext cx="727647" cy="2310624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5999026" y="3458223"/>
              <a:ext cx="727710" cy="420370"/>
            </a:xfrm>
            <a:custGeom>
              <a:avLst/>
              <a:gdLst/>
              <a:ahLst/>
              <a:cxnLst/>
              <a:rect l="l" t="t" r="r" b="b"/>
              <a:pathLst>
                <a:path w="727709" h="420370">
                  <a:moveTo>
                    <a:pt x="363817" y="420094"/>
                  </a:moveTo>
                  <a:lnTo>
                    <a:pt x="0" y="210099"/>
                  </a:lnTo>
                  <a:lnTo>
                    <a:pt x="363893" y="0"/>
                  </a:lnTo>
                  <a:lnTo>
                    <a:pt x="727635" y="210047"/>
                  </a:lnTo>
                  <a:lnTo>
                    <a:pt x="363817" y="420094"/>
                  </a:lnTo>
                  <a:close/>
                </a:path>
              </a:pathLst>
            </a:custGeom>
            <a:solidFill>
              <a:srgbClr val="79FF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5999026" y="3668264"/>
              <a:ext cx="727641" cy="1050288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4783252" y="6819399"/>
              <a:ext cx="247015" cy="142875"/>
            </a:xfrm>
            <a:custGeom>
              <a:avLst/>
              <a:gdLst/>
              <a:ahLst/>
              <a:cxnLst/>
              <a:rect l="l" t="t" r="r" b="b"/>
              <a:pathLst>
                <a:path w="247015" h="142875">
                  <a:moveTo>
                    <a:pt x="123382" y="142462"/>
                  </a:moveTo>
                  <a:lnTo>
                    <a:pt x="0" y="71248"/>
                  </a:lnTo>
                  <a:lnTo>
                    <a:pt x="123412" y="0"/>
                  </a:lnTo>
                  <a:lnTo>
                    <a:pt x="246765" y="71231"/>
                  </a:lnTo>
                  <a:lnTo>
                    <a:pt x="123382" y="142462"/>
                  </a:lnTo>
                  <a:close/>
                </a:path>
              </a:pathLst>
            </a:custGeom>
            <a:solidFill>
              <a:srgbClr val="79FF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4783251" y="6890647"/>
              <a:ext cx="123825" cy="356235"/>
            </a:xfrm>
            <a:custGeom>
              <a:avLst/>
              <a:gdLst/>
              <a:ahLst/>
              <a:cxnLst/>
              <a:rect l="l" t="t" r="r" b="b"/>
              <a:pathLst>
                <a:path w="123825" h="356234">
                  <a:moveTo>
                    <a:pt x="123382" y="356168"/>
                  </a:moveTo>
                  <a:lnTo>
                    <a:pt x="0" y="284936"/>
                  </a:lnTo>
                  <a:lnTo>
                    <a:pt x="0" y="0"/>
                  </a:lnTo>
                  <a:lnTo>
                    <a:pt x="123382" y="71213"/>
                  </a:lnTo>
                  <a:lnTo>
                    <a:pt x="123382" y="356168"/>
                  </a:lnTo>
                  <a:close/>
                </a:path>
              </a:pathLst>
            </a:custGeom>
            <a:solidFill>
              <a:srgbClr val="2500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4906634" y="6890629"/>
              <a:ext cx="123825" cy="356235"/>
            </a:xfrm>
            <a:custGeom>
              <a:avLst/>
              <a:gdLst/>
              <a:ahLst/>
              <a:cxnLst/>
              <a:rect l="l" t="t" r="r" b="b"/>
              <a:pathLst>
                <a:path w="123825" h="356234">
                  <a:moveTo>
                    <a:pt x="0" y="356191"/>
                  </a:moveTo>
                  <a:lnTo>
                    <a:pt x="0" y="71237"/>
                  </a:lnTo>
                  <a:lnTo>
                    <a:pt x="123382" y="0"/>
                  </a:lnTo>
                  <a:lnTo>
                    <a:pt x="123382" y="284954"/>
                  </a:lnTo>
                  <a:lnTo>
                    <a:pt x="0" y="356191"/>
                  </a:lnTo>
                  <a:close/>
                </a:path>
              </a:pathLst>
            </a:custGeom>
            <a:solidFill>
              <a:srgbClr val="73A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4543743" y="5348758"/>
              <a:ext cx="1090764" cy="2940667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14419783" y="8709863"/>
              <a:ext cx="247015" cy="142875"/>
            </a:xfrm>
            <a:custGeom>
              <a:avLst/>
              <a:gdLst/>
              <a:ahLst/>
              <a:cxnLst/>
              <a:rect l="l" t="t" r="r" b="b"/>
              <a:pathLst>
                <a:path w="247015" h="142875">
                  <a:moveTo>
                    <a:pt x="123382" y="142462"/>
                  </a:moveTo>
                  <a:lnTo>
                    <a:pt x="0" y="71248"/>
                  </a:lnTo>
                  <a:lnTo>
                    <a:pt x="123412" y="0"/>
                  </a:lnTo>
                  <a:lnTo>
                    <a:pt x="246765" y="71231"/>
                  </a:lnTo>
                  <a:lnTo>
                    <a:pt x="123382" y="142462"/>
                  </a:lnTo>
                  <a:close/>
                </a:path>
              </a:pathLst>
            </a:custGeom>
            <a:solidFill>
              <a:srgbClr val="79FF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4419783" y="8781112"/>
              <a:ext cx="123825" cy="356235"/>
            </a:xfrm>
            <a:custGeom>
              <a:avLst/>
              <a:gdLst/>
              <a:ahLst/>
              <a:cxnLst/>
              <a:rect l="l" t="t" r="r" b="b"/>
              <a:pathLst>
                <a:path w="123825" h="356234">
                  <a:moveTo>
                    <a:pt x="123382" y="356168"/>
                  </a:moveTo>
                  <a:lnTo>
                    <a:pt x="0" y="284936"/>
                  </a:lnTo>
                  <a:lnTo>
                    <a:pt x="0" y="0"/>
                  </a:lnTo>
                  <a:lnTo>
                    <a:pt x="123382" y="71213"/>
                  </a:lnTo>
                  <a:lnTo>
                    <a:pt x="123382" y="356168"/>
                  </a:lnTo>
                  <a:close/>
                </a:path>
              </a:pathLst>
            </a:custGeom>
            <a:solidFill>
              <a:srgbClr val="2500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4543166" y="8781095"/>
              <a:ext cx="123825" cy="356235"/>
            </a:xfrm>
            <a:custGeom>
              <a:avLst/>
              <a:gdLst/>
              <a:ahLst/>
              <a:cxnLst/>
              <a:rect l="l" t="t" r="r" b="b"/>
              <a:pathLst>
                <a:path w="123825" h="356234">
                  <a:moveTo>
                    <a:pt x="0" y="356191"/>
                  </a:moveTo>
                  <a:lnTo>
                    <a:pt x="0" y="71237"/>
                  </a:lnTo>
                  <a:lnTo>
                    <a:pt x="123382" y="0"/>
                  </a:lnTo>
                  <a:lnTo>
                    <a:pt x="123382" y="284954"/>
                  </a:lnTo>
                  <a:lnTo>
                    <a:pt x="0" y="356191"/>
                  </a:lnTo>
                  <a:close/>
                </a:path>
              </a:pathLst>
            </a:custGeom>
            <a:solidFill>
              <a:srgbClr val="73A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4180277" y="7239218"/>
              <a:ext cx="726940" cy="1680617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5511243" y="8285936"/>
              <a:ext cx="247015" cy="142875"/>
            </a:xfrm>
            <a:custGeom>
              <a:avLst/>
              <a:gdLst/>
              <a:ahLst/>
              <a:cxnLst/>
              <a:rect l="l" t="t" r="r" b="b"/>
              <a:pathLst>
                <a:path w="247015" h="142875">
                  <a:moveTo>
                    <a:pt x="123382" y="142462"/>
                  </a:moveTo>
                  <a:lnTo>
                    <a:pt x="0" y="71248"/>
                  </a:lnTo>
                  <a:lnTo>
                    <a:pt x="123412" y="0"/>
                  </a:lnTo>
                  <a:lnTo>
                    <a:pt x="246765" y="71231"/>
                  </a:lnTo>
                  <a:lnTo>
                    <a:pt x="123382" y="142462"/>
                  </a:lnTo>
                  <a:close/>
                </a:path>
              </a:pathLst>
            </a:custGeom>
            <a:solidFill>
              <a:srgbClr val="79FF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5511242" y="8357184"/>
              <a:ext cx="123825" cy="356235"/>
            </a:xfrm>
            <a:custGeom>
              <a:avLst/>
              <a:gdLst/>
              <a:ahLst/>
              <a:cxnLst/>
              <a:rect l="l" t="t" r="r" b="b"/>
              <a:pathLst>
                <a:path w="123825" h="356234">
                  <a:moveTo>
                    <a:pt x="123382" y="356168"/>
                  </a:moveTo>
                  <a:lnTo>
                    <a:pt x="0" y="284936"/>
                  </a:lnTo>
                  <a:lnTo>
                    <a:pt x="0" y="0"/>
                  </a:lnTo>
                  <a:lnTo>
                    <a:pt x="123382" y="71213"/>
                  </a:lnTo>
                  <a:lnTo>
                    <a:pt x="123382" y="356168"/>
                  </a:lnTo>
                  <a:close/>
                </a:path>
              </a:pathLst>
            </a:custGeom>
            <a:solidFill>
              <a:srgbClr val="2500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5634625" y="8357162"/>
              <a:ext cx="123825" cy="356235"/>
            </a:xfrm>
            <a:custGeom>
              <a:avLst/>
              <a:gdLst/>
              <a:ahLst/>
              <a:cxnLst/>
              <a:rect l="l" t="t" r="r" b="b"/>
              <a:pathLst>
                <a:path w="123825" h="356234">
                  <a:moveTo>
                    <a:pt x="0" y="356191"/>
                  </a:moveTo>
                  <a:lnTo>
                    <a:pt x="0" y="71237"/>
                  </a:lnTo>
                  <a:lnTo>
                    <a:pt x="123382" y="0"/>
                  </a:lnTo>
                  <a:lnTo>
                    <a:pt x="123382" y="284954"/>
                  </a:lnTo>
                  <a:lnTo>
                    <a:pt x="0" y="356191"/>
                  </a:lnTo>
                  <a:close/>
                </a:path>
              </a:pathLst>
            </a:custGeom>
            <a:solidFill>
              <a:srgbClr val="73A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7330348" y="7869611"/>
              <a:ext cx="247015" cy="142875"/>
            </a:xfrm>
            <a:custGeom>
              <a:avLst/>
              <a:gdLst/>
              <a:ahLst/>
              <a:cxnLst/>
              <a:rect l="l" t="t" r="r" b="b"/>
              <a:pathLst>
                <a:path w="247015" h="142875">
                  <a:moveTo>
                    <a:pt x="123382" y="142462"/>
                  </a:moveTo>
                  <a:lnTo>
                    <a:pt x="0" y="71248"/>
                  </a:lnTo>
                  <a:lnTo>
                    <a:pt x="123412" y="0"/>
                  </a:lnTo>
                  <a:lnTo>
                    <a:pt x="246765" y="71231"/>
                  </a:lnTo>
                  <a:lnTo>
                    <a:pt x="123382" y="142462"/>
                  </a:lnTo>
                  <a:close/>
                </a:path>
              </a:pathLst>
            </a:custGeom>
            <a:solidFill>
              <a:srgbClr val="79FF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7330342" y="7940860"/>
              <a:ext cx="123825" cy="356235"/>
            </a:xfrm>
            <a:custGeom>
              <a:avLst/>
              <a:gdLst/>
              <a:ahLst/>
              <a:cxnLst/>
              <a:rect l="l" t="t" r="r" b="b"/>
              <a:pathLst>
                <a:path w="123825" h="356234">
                  <a:moveTo>
                    <a:pt x="123382" y="356168"/>
                  </a:moveTo>
                  <a:lnTo>
                    <a:pt x="0" y="284936"/>
                  </a:lnTo>
                  <a:lnTo>
                    <a:pt x="0" y="0"/>
                  </a:lnTo>
                  <a:lnTo>
                    <a:pt x="123382" y="71213"/>
                  </a:lnTo>
                  <a:lnTo>
                    <a:pt x="123382" y="356168"/>
                  </a:lnTo>
                  <a:close/>
                </a:path>
              </a:pathLst>
            </a:custGeom>
            <a:solidFill>
              <a:srgbClr val="2500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7453729" y="7940842"/>
              <a:ext cx="123825" cy="356235"/>
            </a:xfrm>
            <a:custGeom>
              <a:avLst/>
              <a:gdLst/>
              <a:ahLst/>
              <a:cxnLst/>
              <a:rect l="l" t="t" r="r" b="b"/>
              <a:pathLst>
                <a:path w="123825" h="356234">
                  <a:moveTo>
                    <a:pt x="0" y="356191"/>
                  </a:moveTo>
                  <a:lnTo>
                    <a:pt x="0" y="71237"/>
                  </a:lnTo>
                  <a:lnTo>
                    <a:pt x="123382" y="0"/>
                  </a:lnTo>
                  <a:lnTo>
                    <a:pt x="123382" y="284954"/>
                  </a:lnTo>
                  <a:lnTo>
                    <a:pt x="0" y="356191"/>
                  </a:lnTo>
                  <a:close/>
                </a:path>
              </a:pathLst>
            </a:custGeom>
            <a:solidFill>
              <a:srgbClr val="73A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7090835" y="7029066"/>
              <a:ext cx="726940" cy="1050516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5271736" y="6815291"/>
              <a:ext cx="1091107" cy="2524435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13328324" y="8487540"/>
              <a:ext cx="247015" cy="142875"/>
            </a:xfrm>
            <a:custGeom>
              <a:avLst/>
              <a:gdLst/>
              <a:ahLst/>
              <a:cxnLst/>
              <a:rect l="l" t="t" r="r" b="b"/>
              <a:pathLst>
                <a:path w="247015" h="142875">
                  <a:moveTo>
                    <a:pt x="123382" y="142462"/>
                  </a:moveTo>
                  <a:lnTo>
                    <a:pt x="0" y="71248"/>
                  </a:lnTo>
                  <a:lnTo>
                    <a:pt x="123412" y="0"/>
                  </a:lnTo>
                  <a:lnTo>
                    <a:pt x="246765" y="71231"/>
                  </a:lnTo>
                  <a:lnTo>
                    <a:pt x="123382" y="142462"/>
                  </a:lnTo>
                  <a:close/>
                </a:path>
              </a:pathLst>
            </a:custGeom>
            <a:solidFill>
              <a:srgbClr val="79FF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3328319" y="8558789"/>
              <a:ext cx="123825" cy="356235"/>
            </a:xfrm>
            <a:custGeom>
              <a:avLst/>
              <a:gdLst/>
              <a:ahLst/>
              <a:cxnLst/>
              <a:rect l="l" t="t" r="r" b="b"/>
              <a:pathLst>
                <a:path w="123825" h="356234">
                  <a:moveTo>
                    <a:pt x="123382" y="356168"/>
                  </a:moveTo>
                  <a:lnTo>
                    <a:pt x="0" y="284936"/>
                  </a:lnTo>
                  <a:lnTo>
                    <a:pt x="0" y="0"/>
                  </a:lnTo>
                  <a:lnTo>
                    <a:pt x="123382" y="71213"/>
                  </a:lnTo>
                  <a:lnTo>
                    <a:pt x="123382" y="356168"/>
                  </a:lnTo>
                  <a:close/>
                </a:path>
              </a:pathLst>
            </a:custGeom>
            <a:solidFill>
              <a:srgbClr val="2500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3451707" y="8558772"/>
              <a:ext cx="123825" cy="356235"/>
            </a:xfrm>
            <a:custGeom>
              <a:avLst/>
              <a:gdLst/>
              <a:ahLst/>
              <a:cxnLst/>
              <a:rect l="l" t="t" r="r" b="b"/>
              <a:pathLst>
                <a:path w="123825" h="356234">
                  <a:moveTo>
                    <a:pt x="0" y="356191"/>
                  </a:moveTo>
                  <a:lnTo>
                    <a:pt x="0" y="71237"/>
                  </a:lnTo>
                  <a:lnTo>
                    <a:pt x="123382" y="0"/>
                  </a:lnTo>
                  <a:lnTo>
                    <a:pt x="123382" y="284954"/>
                  </a:lnTo>
                  <a:lnTo>
                    <a:pt x="0" y="356191"/>
                  </a:lnTo>
                  <a:close/>
                </a:path>
              </a:pathLst>
            </a:custGeom>
            <a:solidFill>
              <a:srgbClr val="73A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3088818" y="7647001"/>
              <a:ext cx="726940" cy="1050510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6362844" y="7869406"/>
              <a:ext cx="1091458" cy="1470313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15271382" y="7449197"/>
              <a:ext cx="2183130" cy="1470660"/>
            </a:xfrm>
            <a:custGeom>
              <a:avLst/>
              <a:gdLst/>
              <a:ahLst/>
              <a:cxnLst/>
              <a:rect l="l" t="t" r="r" b="b"/>
              <a:pathLst>
                <a:path w="2183130" h="1470659">
                  <a:moveTo>
                    <a:pt x="727633" y="1260398"/>
                  </a:moveTo>
                  <a:lnTo>
                    <a:pt x="363816" y="1050353"/>
                  </a:lnTo>
                  <a:lnTo>
                    <a:pt x="0" y="1260398"/>
                  </a:lnTo>
                  <a:lnTo>
                    <a:pt x="363816" y="1470444"/>
                  </a:lnTo>
                  <a:lnTo>
                    <a:pt x="727633" y="1260398"/>
                  </a:lnTo>
                  <a:close/>
                </a:path>
                <a:path w="2183130" h="1470659">
                  <a:moveTo>
                    <a:pt x="2182914" y="420217"/>
                  </a:moveTo>
                  <a:lnTo>
                    <a:pt x="1455280" y="0"/>
                  </a:lnTo>
                  <a:lnTo>
                    <a:pt x="363816" y="630262"/>
                  </a:lnTo>
                  <a:lnTo>
                    <a:pt x="1091450" y="1050353"/>
                  </a:lnTo>
                  <a:lnTo>
                    <a:pt x="2182914" y="420217"/>
                  </a:lnTo>
                  <a:close/>
                </a:path>
              </a:pathLst>
            </a:custGeom>
            <a:solidFill>
              <a:srgbClr val="79FF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5271385" y="8709590"/>
              <a:ext cx="727641" cy="630135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56869" y="5342734"/>
              <a:ext cx="10391774" cy="1962149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56869" y="7561487"/>
              <a:ext cx="10153649" cy="723899"/>
            </a:xfrm>
            <a:prstGeom prst="rect">
              <a:avLst/>
            </a:prstGeom>
          </p:spPr>
        </p:pic>
      </p:grpSp>
      <p:sp>
        <p:nvSpPr>
          <p:cNvPr id="47" name="object 4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">
              <a:lnSpc>
                <a:spcPct val="100000"/>
              </a:lnSpc>
              <a:spcBef>
                <a:spcPts val="100"/>
              </a:spcBef>
            </a:pPr>
            <a:r>
              <a:rPr sz="5050" spc="-370" dirty="0"/>
              <a:t>The</a:t>
            </a:r>
            <a:r>
              <a:rPr sz="5050" spc="5" dirty="0"/>
              <a:t> </a:t>
            </a:r>
            <a:r>
              <a:rPr sz="5050" spc="-155" dirty="0"/>
              <a:t>Environment</a:t>
            </a:r>
            <a:endParaRPr sz="5050"/>
          </a:p>
        </p:txBody>
      </p:sp>
      <p:grpSp>
        <p:nvGrpSpPr>
          <p:cNvPr id="48" name="object 48"/>
          <p:cNvGrpSpPr/>
          <p:nvPr/>
        </p:nvGrpSpPr>
        <p:grpSpPr>
          <a:xfrm>
            <a:off x="1254800" y="2217701"/>
            <a:ext cx="116839" cy="2895600"/>
            <a:chOff x="1254800" y="2217701"/>
            <a:chExt cx="116839" cy="2895600"/>
          </a:xfrm>
        </p:grpSpPr>
        <p:pic>
          <p:nvPicPr>
            <p:cNvPr id="49" name="object 4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254800" y="2217701"/>
              <a:ext cx="116634" cy="116634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254800" y="2773432"/>
              <a:ext cx="116634" cy="116634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254800" y="3329163"/>
              <a:ext cx="116634" cy="116634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254800" y="3884894"/>
              <a:ext cx="116634" cy="116634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254800" y="4440625"/>
              <a:ext cx="116634" cy="116634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254800" y="4996355"/>
              <a:ext cx="116634" cy="116634"/>
            </a:xfrm>
            <a:prstGeom prst="rect">
              <a:avLst/>
            </a:prstGeom>
          </p:spPr>
        </p:pic>
      </p:grpSp>
      <p:sp>
        <p:nvSpPr>
          <p:cNvPr id="55" name="object 55"/>
          <p:cNvSpPr txBox="1"/>
          <p:nvPr/>
        </p:nvSpPr>
        <p:spPr>
          <a:xfrm>
            <a:off x="1524253" y="1907665"/>
            <a:ext cx="9223375" cy="341952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5799"/>
              </a:lnSpc>
              <a:spcBef>
                <a:spcPts val="95"/>
              </a:spcBef>
            </a:pPr>
            <a:r>
              <a:rPr sz="3150" spc="-1955" dirty="0">
                <a:solidFill>
                  <a:schemeClr val="bg2"/>
                </a:solidFill>
                <a:latin typeface="Lucida Sans Unicode"/>
                <a:cs typeface="Lucida Sans Unicode"/>
              </a:rPr>
              <a:t>T</a:t>
            </a:r>
            <a:r>
              <a:rPr sz="4725" spc="-442" baseline="-2645" dirty="0">
                <a:solidFill>
                  <a:schemeClr val="bg2"/>
                </a:solidFill>
                <a:latin typeface="Lucida Sans Unicode"/>
                <a:cs typeface="Lucida Sans Unicode"/>
              </a:rPr>
              <a:t>T</a:t>
            </a:r>
            <a:r>
              <a:rPr sz="3150" spc="-1930" dirty="0">
                <a:solidFill>
                  <a:schemeClr val="bg2"/>
                </a:solidFill>
                <a:latin typeface="Lucida Sans Unicode"/>
                <a:cs typeface="Lucida Sans Unicode"/>
              </a:rPr>
              <a:t>h</a:t>
            </a:r>
            <a:r>
              <a:rPr sz="4725" spc="-442" baseline="-2645" dirty="0">
                <a:solidFill>
                  <a:schemeClr val="bg2"/>
                </a:solidFill>
                <a:latin typeface="Lucida Sans Unicode"/>
                <a:cs typeface="Lucida Sans Unicode"/>
              </a:rPr>
              <a:t>h</a:t>
            </a:r>
            <a:r>
              <a:rPr sz="3150" spc="-1739" dirty="0">
                <a:solidFill>
                  <a:schemeClr val="bg2"/>
                </a:solidFill>
                <a:latin typeface="Lucida Sans Unicode"/>
                <a:cs typeface="Lucida Sans Unicode"/>
              </a:rPr>
              <a:t>e</a:t>
            </a:r>
            <a:r>
              <a:rPr sz="4725" spc="-187" baseline="-2645" dirty="0">
                <a:solidFill>
                  <a:schemeClr val="bg2"/>
                </a:solidFill>
                <a:latin typeface="Lucida Sans Unicode"/>
                <a:cs typeface="Lucida Sans Unicode"/>
              </a:rPr>
              <a:t>e</a:t>
            </a:r>
            <a:r>
              <a:rPr sz="4725" spc="-359" baseline="-2645" dirty="0">
                <a:solidFill>
                  <a:schemeClr val="bg2"/>
                </a:solidFill>
                <a:latin typeface="Lucida Sans Unicode"/>
                <a:cs typeface="Lucida Sans Unicode"/>
              </a:rPr>
              <a:t> </a:t>
            </a:r>
            <a:r>
              <a:rPr sz="3150" spc="-1664" dirty="0">
                <a:solidFill>
                  <a:schemeClr val="bg2"/>
                </a:solidFill>
                <a:latin typeface="Lucida Sans Unicode"/>
                <a:cs typeface="Lucida Sans Unicode"/>
              </a:rPr>
              <a:t>e</a:t>
            </a:r>
            <a:r>
              <a:rPr sz="4725" spc="-300" baseline="-2645" dirty="0">
                <a:solidFill>
                  <a:schemeClr val="bg2"/>
                </a:solidFill>
                <a:latin typeface="Lucida Sans Unicode"/>
                <a:cs typeface="Lucida Sans Unicode"/>
              </a:rPr>
              <a:t>e</a:t>
            </a:r>
            <a:r>
              <a:rPr sz="3150" spc="-1855" dirty="0">
                <a:solidFill>
                  <a:schemeClr val="bg2"/>
                </a:solidFill>
                <a:latin typeface="Lucida Sans Unicode"/>
                <a:cs typeface="Lucida Sans Unicode"/>
              </a:rPr>
              <a:t>n</a:t>
            </a:r>
            <a:r>
              <a:rPr sz="4725" spc="-330" baseline="-2645" dirty="0">
                <a:solidFill>
                  <a:schemeClr val="bg2"/>
                </a:solidFill>
                <a:latin typeface="Lucida Sans Unicode"/>
                <a:cs typeface="Lucida Sans Unicode"/>
              </a:rPr>
              <a:t>n</a:t>
            </a:r>
            <a:r>
              <a:rPr sz="3150" spc="-1550" dirty="0">
                <a:solidFill>
                  <a:schemeClr val="bg2"/>
                </a:solidFill>
                <a:latin typeface="Lucida Sans Unicode"/>
                <a:cs typeface="Lucida Sans Unicode"/>
              </a:rPr>
              <a:t>v</a:t>
            </a:r>
            <a:r>
              <a:rPr sz="4725" spc="-284" baseline="-2645" dirty="0">
                <a:solidFill>
                  <a:schemeClr val="bg2"/>
                </a:solidFill>
                <a:latin typeface="Lucida Sans Unicode"/>
                <a:cs typeface="Lucida Sans Unicode"/>
              </a:rPr>
              <a:t>v</a:t>
            </a:r>
            <a:r>
              <a:rPr sz="3150" spc="-894" dirty="0">
                <a:solidFill>
                  <a:schemeClr val="bg2"/>
                </a:solidFill>
                <a:latin typeface="Lucida Sans Unicode"/>
                <a:cs typeface="Lucida Sans Unicode"/>
              </a:rPr>
              <a:t>i</a:t>
            </a:r>
            <a:r>
              <a:rPr sz="4725" spc="-195" baseline="-2645" dirty="0">
                <a:solidFill>
                  <a:schemeClr val="bg2"/>
                </a:solidFill>
                <a:latin typeface="Lucida Sans Unicode"/>
                <a:cs typeface="Lucida Sans Unicode"/>
              </a:rPr>
              <a:t>i</a:t>
            </a:r>
            <a:r>
              <a:rPr sz="3150" spc="-1235" dirty="0">
                <a:solidFill>
                  <a:schemeClr val="bg2"/>
                </a:solidFill>
                <a:latin typeface="Lucida Sans Unicode"/>
                <a:cs typeface="Lucida Sans Unicode"/>
              </a:rPr>
              <a:t>r</a:t>
            </a:r>
            <a:r>
              <a:rPr sz="4725" spc="-240" baseline="-2645" dirty="0">
                <a:solidFill>
                  <a:schemeClr val="bg2"/>
                </a:solidFill>
                <a:latin typeface="Lucida Sans Unicode"/>
                <a:cs typeface="Lucida Sans Unicode"/>
              </a:rPr>
              <a:t>r</a:t>
            </a:r>
            <a:r>
              <a:rPr sz="3150" spc="-1835" dirty="0">
                <a:solidFill>
                  <a:schemeClr val="bg2"/>
                </a:solidFill>
                <a:latin typeface="Lucida Sans Unicode"/>
                <a:cs typeface="Lucida Sans Unicode"/>
              </a:rPr>
              <a:t>o</a:t>
            </a:r>
            <a:r>
              <a:rPr sz="4725" spc="-322" baseline="-2645" dirty="0">
                <a:solidFill>
                  <a:schemeClr val="bg2"/>
                </a:solidFill>
                <a:latin typeface="Lucida Sans Unicode"/>
                <a:cs typeface="Lucida Sans Unicode"/>
              </a:rPr>
              <a:t>o</a:t>
            </a:r>
            <a:r>
              <a:rPr sz="3150" spc="-1855" dirty="0">
                <a:solidFill>
                  <a:schemeClr val="bg2"/>
                </a:solidFill>
                <a:latin typeface="Lucida Sans Unicode"/>
                <a:cs typeface="Lucida Sans Unicode"/>
              </a:rPr>
              <a:t>n</a:t>
            </a:r>
            <a:r>
              <a:rPr sz="4725" spc="-330" baseline="-2645" dirty="0">
                <a:solidFill>
                  <a:schemeClr val="bg2"/>
                </a:solidFill>
                <a:latin typeface="Lucida Sans Unicode"/>
                <a:cs typeface="Lucida Sans Unicode"/>
              </a:rPr>
              <a:t>n</a:t>
            </a:r>
            <a:r>
              <a:rPr sz="3150" spc="-2760" dirty="0">
                <a:solidFill>
                  <a:schemeClr val="bg2"/>
                </a:solidFill>
                <a:latin typeface="Lucida Sans Unicode"/>
                <a:cs typeface="Lucida Sans Unicode"/>
              </a:rPr>
              <a:t>m</a:t>
            </a:r>
            <a:r>
              <a:rPr sz="4725" spc="-450" baseline="-2645" dirty="0">
                <a:solidFill>
                  <a:schemeClr val="bg2"/>
                </a:solidFill>
                <a:latin typeface="Lucida Sans Unicode"/>
                <a:cs typeface="Lucida Sans Unicode"/>
              </a:rPr>
              <a:t>m</a:t>
            </a:r>
            <a:r>
              <a:rPr sz="3150" spc="-1664" dirty="0">
                <a:solidFill>
                  <a:schemeClr val="bg2"/>
                </a:solidFill>
                <a:latin typeface="Lucida Sans Unicode"/>
                <a:cs typeface="Lucida Sans Unicode"/>
              </a:rPr>
              <a:t>e</a:t>
            </a:r>
            <a:r>
              <a:rPr sz="4725" spc="-300" baseline="-2645" dirty="0">
                <a:solidFill>
                  <a:schemeClr val="bg2"/>
                </a:solidFill>
                <a:latin typeface="Lucida Sans Unicode"/>
                <a:cs typeface="Lucida Sans Unicode"/>
              </a:rPr>
              <a:t>e</a:t>
            </a:r>
            <a:r>
              <a:rPr sz="3150" spc="-1855" dirty="0">
                <a:solidFill>
                  <a:schemeClr val="bg2"/>
                </a:solidFill>
                <a:latin typeface="Lucida Sans Unicode"/>
                <a:cs typeface="Lucida Sans Unicode"/>
              </a:rPr>
              <a:t>n</a:t>
            </a:r>
            <a:r>
              <a:rPr sz="4725" spc="-330" baseline="-2645" dirty="0">
                <a:solidFill>
                  <a:schemeClr val="bg2"/>
                </a:solidFill>
                <a:latin typeface="Lucida Sans Unicode"/>
                <a:cs typeface="Lucida Sans Unicode"/>
              </a:rPr>
              <a:t>n</a:t>
            </a:r>
            <a:r>
              <a:rPr sz="3150" spc="-1135" dirty="0">
                <a:solidFill>
                  <a:schemeClr val="bg2"/>
                </a:solidFill>
                <a:latin typeface="Lucida Sans Unicode"/>
                <a:cs typeface="Lucida Sans Unicode"/>
              </a:rPr>
              <a:t>t</a:t>
            </a:r>
            <a:r>
              <a:rPr sz="4725" spc="-75" baseline="-2645" dirty="0">
                <a:solidFill>
                  <a:schemeClr val="bg2"/>
                </a:solidFill>
                <a:latin typeface="Lucida Sans Unicode"/>
                <a:cs typeface="Lucida Sans Unicode"/>
              </a:rPr>
              <a:t>t</a:t>
            </a:r>
            <a:r>
              <a:rPr sz="4725" spc="-359" baseline="-2645" dirty="0">
                <a:solidFill>
                  <a:schemeClr val="bg2"/>
                </a:solidFill>
                <a:latin typeface="Lucida Sans Unicode"/>
                <a:cs typeface="Lucida Sans Unicode"/>
              </a:rPr>
              <a:t> </a:t>
            </a:r>
            <a:r>
              <a:rPr sz="3150" spc="-650" dirty="0">
                <a:solidFill>
                  <a:schemeClr val="bg2"/>
                </a:solidFill>
                <a:latin typeface="Lucida Sans Unicode"/>
                <a:cs typeface="Lucida Sans Unicode"/>
              </a:rPr>
              <a:t>i</a:t>
            </a:r>
            <a:r>
              <a:rPr sz="4725" spc="172" baseline="-2645" dirty="0">
                <a:solidFill>
                  <a:schemeClr val="bg2"/>
                </a:solidFill>
                <a:latin typeface="Lucida Sans Unicode"/>
                <a:cs typeface="Lucida Sans Unicode"/>
              </a:rPr>
              <a:t>i</a:t>
            </a:r>
            <a:r>
              <a:rPr sz="3150" spc="-1280" dirty="0">
                <a:solidFill>
                  <a:schemeClr val="bg2"/>
                </a:solidFill>
                <a:latin typeface="Lucida Sans Unicode"/>
                <a:cs typeface="Lucida Sans Unicode"/>
              </a:rPr>
              <a:t>s</a:t>
            </a:r>
            <a:r>
              <a:rPr sz="4725" spc="292" baseline="-2645" dirty="0">
                <a:solidFill>
                  <a:schemeClr val="bg2"/>
                </a:solidFill>
                <a:latin typeface="Lucida Sans Unicode"/>
                <a:cs typeface="Lucida Sans Unicode"/>
              </a:rPr>
              <a:t>s</a:t>
            </a:r>
            <a:r>
              <a:rPr sz="4725" spc="-359" baseline="-2645" dirty="0">
                <a:solidFill>
                  <a:schemeClr val="bg2"/>
                </a:solidFill>
                <a:latin typeface="Lucida Sans Unicode"/>
                <a:cs typeface="Lucida Sans Unicode"/>
              </a:rPr>
              <a:t> </a:t>
            </a:r>
            <a:r>
              <a:rPr sz="3150" spc="-1670" dirty="0">
                <a:solidFill>
                  <a:schemeClr val="bg2"/>
                </a:solidFill>
                <a:latin typeface="Lucida Sans Unicode"/>
                <a:cs typeface="Lucida Sans Unicode"/>
              </a:rPr>
              <a:t>a</a:t>
            </a:r>
            <a:r>
              <a:rPr sz="4725" spc="-82" baseline="-2645" dirty="0">
                <a:solidFill>
                  <a:schemeClr val="bg2"/>
                </a:solidFill>
                <a:latin typeface="Lucida Sans Unicode"/>
                <a:cs typeface="Lucida Sans Unicode"/>
              </a:rPr>
              <a:t>a</a:t>
            </a:r>
            <a:r>
              <a:rPr sz="4725" spc="-352" baseline="-2645" dirty="0">
                <a:solidFill>
                  <a:schemeClr val="bg2"/>
                </a:solidFill>
                <a:latin typeface="Lucida Sans Unicode"/>
                <a:cs typeface="Lucida Sans Unicode"/>
              </a:rPr>
              <a:t> </a:t>
            </a:r>
            <a:r>
              <a:rPr sz="3150" spc="-1760" dirty="0">
                <a:solidFill>
                  <a:schemeClr val="bg2"/>
                </a:solidFill>
                <a:latin typeface="Lucida Sans Unicode"/>
                <a:cs typeface="Lucida Sans Unicode"/>
              </a:rPr>
              <a:t>g</a:t>
            </a:r>
            <a:r>
              <a:rPr sz="4725" spc="-187" baseline="-2645" dirty="0">
                <a:solidFill>
                  <a:schemeClr val="bg2"/>
                </a:solidFill>
                <a:latin typeface="Lucida Sans Unicode"/>
                <a:cs typeface="Lucida Sans Unicode"/>
              </a:rPr>
              <a:t>g</a:t>
            </a:r>
            <a:r>
              <a:rPr sz="3150" spc="-1140" dirty="0">
                <a:solidFill>
                  <a:schemeClr val="bg2"/>
                </a:solidFill>
                <a:latin typeface="Lucida Sans Unicode"/>
                <a:cs typeface="Lucida Sans Unicode"/>
              </a:rPr>
              <a:t>r</a:t>
            </a:r>
            <a:r>
              <a:rPr sz="4725" spc="-97" baseline="-2645" dirty="0">
                <a:solidFill>
                  <a:schemeClr val="bg2"/>
                </a:solidFill>
                <a:latin typeface="Lucida Sans Unicode"/>
                <a:cs typeface="Lucida Sans Unicode"/>
              </a:rPr>
              <a:t>r</a:t>
            </a:r>
            <a:r>
              <a:rPr sz="3150" spc="-800" dirty="0">
                <a:solidFill>
                  <a:schemeClr val="bg2"/>
                </a:solidFill>
                <a:latin typeface="Lucida Sans Unicode"/>
                <a:cs typeface="Lucida Sans Unicode"/>
              </a:rPr>
              <a:t>i</a:t>
            </a:r>
            <a:r>
              <a:rPr sz="4725" spc="-52" baseline="-2645" dirty="0">
                <a:solidFill>
                  <a:schemeClr val="bg2"/>
                </a:solidFill>
                <a:latin typeface="Lucida Sans Unicode"/>
                <a:cs typeface="Lucida Sans Unicode"/>
              </a:rPr>
              <a:t>i</a:t>
            </a:r>
            <a:r>
              <a:rPr sz="3150" spc="-1785" dirty="0">
                <a:solidFill>
                  <a:schemeClr val="bg2"/>
                </a:solidFill>
                <a:latin typeface="Lucida Sans Unicode"/>
                <a:cs typeface="Lucida Sans Unicode"/>
              </a:rPr>
              <a:t>d</a:t>
            </a:r>
            <a:r>
              <a:rPr sz="4725" spc="67" baseline="-2645" dirty="0">
                <a:solidFill>
                  <a:schemeClr val="bg2"/>
                </a:solidFill>
                <a:latin typeface="Lucida Sans Unicode"/>
                <a:cs typeface="Lucida Sans Unicode"/>
              </a:rPr>
              <a:t>d</a:t>
            </a:r>
            <a:r>
              <a:rPr sz="4725" spc="-359" baseline="-2645" dirty="0">
                <a:solidFill>
                  <a:schemeClr val="bg2"/>
                </a:solidFill>
                <a:latin typeface="Lucida Sans Unicode"/>
                <a:cs typeface="Lucida Sans Unicode"/>
              </a:rPr>
              <a:t> </a:t>
            </a:r>
            <a:r>
              <a:rPr sz="3150" spc="-880" dirty="0">
                <a:solidFill>
                  <a:schemeClr val="bg2"/>
                </a:solidFill>
                <a:latin typeface="Lucida Sans Unicode"/>
                <a:cs typeface="Lucida Sans Unicode"/>
              </a:rPr>
              <a:t>(</a:t>
            </a:r>
            <a:r>
              <a:rPr sz="4725" spc="-37" baseline="-2645" dirty="0">
                <a:solidFill>
                  <a:schemeClr val="bg2"/>
                </a:solidFill>
                <a:latin typeface="Lucida Sans Unicode"/>
                <a:cs typeface="Lucida Sans Unicode"/>
              </a:rPr>
              <a:t>(</a:t>
            </a:r>
            <a:r>
              <a:rPr sz="3150" spc="-1764" dirty="0">
                <a:solidFill>
                  <a:schemeClr val="bg2"/>
                </a:solidFill>
                <a:latin typeface="Lucida Sans Unicode"/>
                <a:cs typeface="Lucida Sans Unicode"/>
              </a:rPr>
              <a:t>8</a:t>
            </a:r>
            <a:r>
              <a:rPr sz="4725" spc="97" baseline="-2645" dirty="0">
                <a:solidFill>
                  <a:schemeClr val="bg2"/>
                </a:solidFill>
                <a:latin typeface="Lucida Sans Unicode"/>
                <a:cs typeface="Lucida Sans Unicode"/>
              </a:rPr>
              <a:t>8</a:t>
            </a:r>
            <a:r>
              <a:rPr sz="4725" spc="-359" baseline="-2645" dirty="0">
                <a:solidFill>
                  <a:schemeClr val="bg2"/>
                </a:solidFill>
                <a:latin typeface="Lucida Sans Unicode"/>
                <a:cs typeface="Lucida Sans Unicode"/>
              </a:rPr>
              <a:t> </a:t>
            </a:r>
            <a:r>
              <a:rPr sz="3150" spc="-1265" dirty="0">
                <a:solidFill>
                  <a:schemeClr val="bg2"/>
                </a:solidFill>
                <a:latin typeface="Lucida Sans Unicode"/>
                <a:cs typeface="Lucida Sans Unicode"/>
              </a:rPr>
              <a:t>r</a:t>
            </a:r>
            <a:r>
              <a:rPr sz="4725" spc="-284" baseline="-2645" dirty="0">
                <a:solidFill>
                  <a:schemeClr val="bg2"/>
                </a:solidFill>
                <a:latin typeface="Lucida Sans Unicode"/>
                <a:cs typeface="Lucida Sans Unicode"/>
              </a:rPr>
              <a:t>r</a:t>
            </a:r>
            <a:r>
              <a:rPr sz="3150" spc="-1864" dirty="0">
                <a:solidFill>
                  <a:schemeClr val="bg2"/>
                </a:solidFill>
                <a:latin typeface="Lucida Sans Unicode"/>
                <a:cs typeface="Lucida Sans Unicode"/>
              </a:rPr>
              <a:t>o</a:t>
            </a:r>
            <a:r>
              <a:rPr sz="4725" spc="-367" baseline="-2645" dirty="0">
                <a:solidFill>
                  <a:schemeClr val="bg2"/>
                </a:solidFill>
                <a:latin typeface="Lucida Sans Unicode"/>
                <a:cs typeface="Lucida Sans Unicode"/>
              </a:rPr>
              <a:t>o</a:t>
            </a:r>
            <a:r>
              <a:rPr sz="3150" spc="-2310" dirty="0">
                <a:solidFill>
                  <a:schemeClr val="bg2"/>
                </a:solidFill>
                <a:latin typeface="Lucida Sans Unicode"/>
                <a:cs typeface="Lucida Sans Unicode"/>
              </a:rPr>
              <a:t>w</a:t>
            </a:r>
            <a:r>
              <a:rPr sz="4725" spc="-434" baseline="-2645" dirty="0">
                <a:solidFill>
                  <a:schemeClr val="bg2"/>
                </a:solidFill>
                <a:latin typeface="Lucida Sans Unicode"/>
                <a:cs typeface="Lucida Sans Unicode"/>
              </a:rPr>
              <a:t>w</a:t>
            </a:r>
            <a:r>
              <a:rPr sz="3150" spc="-1555" dirty="0">
                <a:solidFill>
                  <a:schemeClr val="bg2"/>
                </a:solidFill>
                <a:latin typeface="Lucida Sans Unicode"/>
                <a:cs typeface="Lucida Sans Unicode"/>
              </a:rPr>
              <a:t>s</a:t>
            </a:r>
            <a:r>
              <a:rPr sz="4725" spc="-120" baseline="-2645" dirty="0">
                <a:solidFill>
                  <a:schemeClr val="bg2"/>
                </a:solidFill>
                <a:latin typeface="Lucida Sans Unicode"/>
                <a:cs typeface="Lucida Sans Unicode"/>
              </a:rPr>
              <a:t>s</a:t>
            </a:r>
            <a:r>
              <a:rPr sz="4725" spc="-359" baseline="-2645" dirty="0">
                <a:solidFill>
                  <a:schemeClr val="bg2"/>
                </a:solidFill>
                <a:latin typeface="Lucida Sans Unicode"/>
                <a:cs typeface="Lucida Sans Unicode"/>
              </a:rPr>
              <a:t> </a:t>
            </a:r>
            <a:r>
              <a:rPr sz="3150" spc="-3015" dirty="0">
                <a:solidFill>
                  <a:schemeClr val="bg2"/>
                </a:solidFill>
                <a:latin typeface="Lucida Sans Unicode"/>
                <a:cs typeface="Lucida Sans Unicode"/>
              </a:rPr>
              <a:t>×</a:t>
            </a:r>
            <a:r>
              <a:rPr sz="4725" spc="-1072" baseline="-2645" dirty="0">
                <a:solidFill>
                  <a:schemeClr val="bg2"/>
                </a:solidFill>
                <a:latin typeface="Lucida Sans Unicode"/>
                <a:cs typeface="Lucida Sans Unicode"/>
              </a:rPr>
              <a:t>×</a:t>
            </a:r>
            <a:r>
              <a:rPr sz="4725" spc="-359" baseline="-2645" dirty="0">
                <a:solidFill>
                  <a:schemeClr val="bg2"/>
                </a:solidFill>
                <a:latin typeface="Lucida Sans Unicode"/>
                <a:cs typeface="Lucida Sans Unicode"/>
              </a:rPr>
              <a:t> </a:t>
            </a:r>
            <a:r>
              <a:rPr sz="3150" spc="-2025" dirty="0">
                <a:solidFill>
                  <a:schemeClr val="bg2"/>
                </a:solidFill>
                <a:latin typeface="Lucida Sans Unicode"/>
                <a:cs typeface="Lucida Sans Unicode"/>
              </a:rPr>
              <a:t>1</a:t>
            </a:r>
            <a:r>
              <a:rPr sz="4725" spc="-547" baseline="-2645" dirty="0">
                <a:solidFill>
                  <a:schemeClr val="bg2"/>
                </a:solidFill>
                <a:latin typeface="Lucida Sans Unicode"/>
                <a:cs typeface="Lucida Sans Unicode"/>
              </a:rPr>
              <a:t>1</a:t>
            </a:r>
            <a:r>
              <a:rPr sz="3150" spc="-2025" dirty="0">
                <a:solidFill>
                  <a:schemeClr val="bg2"/>
                </a:solidFill>
                <a:latin typeface="Lucida Sans Unicode"/>
                <a:cs typeface="Lucida Sans Unicode"/>
              </a:rPr>
              <a:t>2</a:t>
            </a:r>
            <a:r>
              <a:rPr sz="4725" spc="-292" baseline="-2645" dirty="0">
                <a:solidFill>
                  <a:schemeClr val="bg2"/>
                </a:solidFill>
                <a:latin typeface="Lucida Sans Unicode"/>
                <a:cs typeface="Lucida Sans Unicode"/>
              </a:rPr>
              <a:t>2</a:t>
            </a:r>
            <a:r>
              <a:rPr sz="4725" spc="-359" baseline="-2645" dirty="0">
                <a:solidFill>
                  <a:schemeClr val="bg2"/>
                </a:solidFill>
                <a:latin typeface="Lucida Sans Unicode"/>
                <a:cs typeface="Lucida Sans Unicode"/>
              </a:rPr>
              <a:t> </a:t>
            </a:r>
            <a:r>
              <a:rPr sz="3150" spc="-1500" dirty="0">
                <a:solidFill>
                  <a:schemeClr val="bg2"/>
                </a:solidFill>
                <a:latin typeface="Lucida Sans Unicode"/>
                <a:cs typeface="Lucida Sans Unicode"/>
              </a:rPr>
              <a:t>c</a:t>
            </a:r>
            <a:r>
              <a:rPr sz="4725" spc="-225" baseline="-2645" dirty="0">
                <a:solidFill>
                  <a:schemeClr val="bg2"/>
                </a:solidFill>
                <a:latin typeface="Lucida Sans Unicode"/>
                <a:cs typeface="Lucida Sans Unicode"/>
              </a:rPr>
              <a:t>c</a:t>
            </a:r>
            <a:r>
              <a:rPr sz="3150" spc="-1795" dirty="0">
                <a:solidFill>
                  <a:schemeClr val="bg2"/>
                </a:solidFill>
                <a:latin typeface="Lucida Sans Unicode"/>
                <a:cs typeface="Lucida Sans Unicode"/>
              </a:rPr>
              <a:t>o</a:t>
            </a:r>
            <a:r>
              <a:rPr sz="4725" spc="-262" baseline="-2645" dirty="0">
                <a:solidFill>
                  <a:schemeClr val="bg2"/>
                </a:solidFill>
                <a:latin typeface="Lucida Sans Unicode"/>
                <a:cs typeface="Lucida Sans Unicode"/>
              </a:rPr>
              <a:t>o</a:t>
            </a:r>
            <a:r>
              <a:rPr sz="3150" spc="-855" dirty="0">
                <a:solidFill>
                  <a:schemeClr val="bg2"/>
                </a:solidFill>
                <a:latin typeface="Lucida Sans Unicode"/>
                <a:cs typeface="Lucida Sans Unicode"/>
              </a:rPr>
              <a:t>l</a:t>
            </a:r>
            <a:r>
              <a:rPr sz="4725" spc="-135" baseline="-2645" dirty="0">
                <a:solidFill>
                  <a:schemeClr val="bg2"/>
                </a:solidFill>
                <a:latin typeface="Lucida Sans Unicode"/>
                <a:cs typeface="Lucida Sans Unicode"/>
              </a:rPr>
              <a:t>l</a:t>
            </a:r>
            <a:r>
              <a:rPr sz="3150" spc="-1800" dirty="0">
                <a:solidFill>
                  <a:schemeClr val="bg2"/>
                </a:solidFill>
                <a:latin typeface="Lucida Sans Unicode"/>
                <a:cs typeface="Lucida Sans Unicode"/>
              </a:rPr>
              <a:t>u</a:t>
            </a:r>
            <a:r>
              <a:rPr sz="4725" spc="-270" baseline="-2645" dirty="0">
                <a:solidFill>
                  <a:schemeClr val="bg2"/>
                </a:solidFill>
                <a:latin typeface="Lucida Sans Unicode"/>
                <a:cs typeface="Lucida Sans Unicode"/>
              </a:rPr>
              <a:t>u</a:t>
            </a:r>
            <a:r>
              <a:rPr sz="3150" spc="-2720" dirty="0">
                <a:solidFill>
                  <a:schemeClr val="bg2"/>
                </a:solidFill>
                <a:latin typeface="Lucida Sans Unicode"/>
                <a:cs typeface="Lucida Sans Unicode"/>
              </a:rPr>
              <a:t>m</a:t>
            </a:r>
            <a:r>
              <a:rPr sz="4725" spc="-390" baseline="-2645" dirty="0">
                <a:solidFill>
                  <a:schemeClr val="bg2"/>
                </a:solidFill>
                <a:latin typeface="Lucida Sans Unicode"/>
                <a:cs typeface="Lucida Sans Unicode"/>
              </a:rPr>
              <a:t>m</a:t>
            </a:r>
            <a:r>
              <a:rPr sz="3150" spc="-1814" dirty="0">
                <a:solidFill>
                  <a:schemeClr val="bg2"/>
                </a:solidFill>
                <a:latin typeface="Lucida Sans Unicode"/>
                <a:cs typeface="Lucida Sans Unicode"/>
              </a:rPr>
              <a:t>n</a:t>
            </a:r>
            <a:r>
              <a:rPr sz="4725" spc="-270" baseline="-2645" dirty="0">
                <a:solidFill>
                  <a:schemeClr val="bg2"/>
                </a:solidFill>
                <a:latin typeface="Lucida Sans Unicode"/>
                <a:cs typeface="Lucida Sans Unicode"/>
              </a:rPr>
              <a:t>n</a:t>
            </a:r>
            <a:r>
              <a:rPr sz="3150" spc="-1485" dirty="0">
                <a:solidFill>
                  <a:schemeClr val="bg2"/>
                </a:solidFill>
                <a:latin typeface="Lucida Sans Unicode"/>
                <a:cs typeface="Lucida Sans Unicode"/>
              </a:rPr>
              <a:t>s</a:t>
            </a:r>
            <a:r>
              <a:rPr sz="4725" spc="-225" baseline="-2645" dirty="0">
                <a:solidFill>
                  <a:schemeClr val="bg2"/>
                </a:solidFill>
                <a:latin typeface="Lucida Sans Unicode"/>
                <a:cs typeface="Lucida Sans Unicode"/>
              </a:rPr>
              <a:t>s</a:t>
            </a:r>
            <a:r>
              <a:rPr sz="3150" spc="-955" dirty="0">
                <a:solidFill>
                  <a:schemeClr val="bg2"/>
                </a:solidFill>
                <a:latin typeface="Lucida Sans Unicode"/>
                <a:cs typeface="Lucida Sans Unicode"/>
              </a:rPr>
              <a:t>)</a:t>
            </a:r>
            <a:r>
              <a:rPr sz="4725" spc="-150" baseline="-2645" dirty="0">
                <a:solidFill>
                  <a:schemeClr val="bg2"/>
                </a:solidFill>
                <a:latin typeface="Lucida Sans Unicode"/>
                <a:cs typeface="Lucida Sans Unicode"/>
              </a:rPr>
              <a:t>)</a:t>
            </a:r>
            <a:r>
              <a:rPr sz="3150" spc="-930" dirty="0">
                <a:solidFill>
                  <a:schemeClr val="bg2"/>
                </a:solidFill>
                <a:latin typeface="Lucida Sans Unicode"/>
                <a:cs typeface="Lucida Sans Unicode"/>
              </a:rPr>
              <a:t>.</a:t>
            </a:r>
            <a:r>
              <a:rPr sz="4725" spc="-15" baseline="-2645" dirty="0">
                <a:solidFill>
                  <a:schemeClr val="bg2"/>
                </a:solidFill>
                <a:latin typeface="Lucida Sans Unicode"/>
                <a:cs typeface="Lucida Sans Unicode"/>
              </a:rPr>
              <a:t>.</a:t>
            </a:r>
            <a:r>
              <a:rPr sz="4725" spc="1177" baseline="-2645" dirty="0">
                <a:solidFill>
                  <a:schemeClr val="bg2"/>
                </a:solidFill>
                <a:latin typeface="Lucida Sans Unicode"/>
                <a:cs typeface="Lucida Sans Unicode"/>
              </a:rPr>
              <a:t> </a:t>
            </a:r>
            <a:r>
              <a:rPr sz="3150" spc="-1639" dirty="0">
                <a:solidFill>
                  <a:schemeClr val="bg2"/>
                </a:solidFill>
                <a:latin typeface="Lucida Sans Unicode"/>
                <a:cs typeface="Lucida Sans Unicode"/>
              </a:rPr>
              <a:t>E</a:t>
            </a:r>
            <a:r>
              <a:rPr sz="4725" spc="-315" baseline="-2645" dirty="0">
                <a:solidFill>
                  <a:schemeClr val="bg2"/>
                </a:solidFill>
                <a:latin typeface="Lucida Sans Unicode"/>
                <a:cs typeface="Lucida Sans Unicode"/>
              </a:rPr>
              <a:t>E</a:t>
            </a:r>
            <a:r>
              <a:rPr sz="3150" spc="-1675" dirty="0">
                <a:solidFill>
                  <a:schemeClr val="bg2"/>
                </a:solidFill>
                <a:latin typeface="Lucida Sans Unicode"/>
                <a:cs typeface="Lucida Sans Unicode"/>
              </a:rPr>
              <a:t>a</a:t>
            </a:r>
            <a:r>
              <a:rPr sz="4725" spc="-315" baseline="-2645" dirty="0">
                <a:solidFill>
                  <a:schemeClr val="bg2"/>
                </a:solidFill>
                <a:latin typeface="Lucida Sans Unicode"/>
                <a:cs typeface="Lucida Sans Unicode"/>
              </a:rPr>
              <a:t>a</a:t>
            </a:r>
            <a:r>
              <a:rPr sz="3150" spc="-1550" dirty="0">
                <a:solidFill>
                  <a:schemeClr val="bg2"/>
                </a:solidFill>
                <a:latin typeface="Lucida Sans Unicode"/>
                <a:cs typeface="Lucida Sans Unicode"/>
              </a:rPr>
              <a:t>c</a:t>
            </a:r>
            <a:r>
              <a:rPr sz="4725" spc="-300" baseline="-2645" dirty="0">
                <a:solidFill>
                  <a:schemeClr val="bg2"/>
                </a:solidFill>
                <a:latin typeface="Lucida Sans Unicode"/>
                <a:cs typeface="Lucida Sans Unicode"/>
              </a:rPr>
              <a:t>c</a:t>
            </a:r>
            <a:r>
              <a:rPr sz="3150" spc="-1864" dirty="0">
                <a:solidFill>
                  <a:schemeClr val="bg2"/>
                </a:solidFill>
                <a:latin typeface="Lucida Sans Unicode"/>
                <a:cs typeface="Lucida Sans Unicode"/>
              </a:rPr>
              <a:t>h</a:t>
            </a:r>
            <a:r>
              <a:rPr sz="4725" spc="-89" baseline="-2645" dirty="0">
                <a:solidFill>
                  <a:schemeClr val="bg2"/>
                </a:solidFill>
                <a:latin typeface="Lucida Sans Unicode"/>
                <a:cs typeface="Lucida Sans Unicode"/>
              </a:rPr>
              <a:t>h</a:t>
            </a:r>
            <a:r>
              <a:rPr sz="4725" spc="-330" baseline="-2645" dirty="0">
                <a:solidFill>
                  <a:schemeClr val="bg2"/>
                </a:solidFill>
                <a:latin typeface="Lucida Sans Unicode"/>
                <a:cs typeface="Lucida Sans Unicode"/>
              </a:rPr>
              <a:t> </a:t>
            </a:r>
            <a:r>
              <a:rPr sz="3150" spc="-1310" dirty="0">
                <a:solidFill>
                  <a:schemeClr val="bg2"/>
                </a:solidFill>
                <a:latin typeface="Lucida Sans Unicode"/>
                <a:cs typeface="Lucida Sans Unicode"/>
              </a:rPr>
              <a:t>c</a:t>
            </a:r>
            <a:r>
              <a:rPr sz="4725" spc="60" baseline="-2645" dirty="0">
                <a:solidFill>
                  <a:schemeClr val="bg2"/>
                </a:solidFill>
                <a:latin typeface="Lucida Sans Unicode"/>
                <a:cs typeface="Lucida Sans Unicode"/>
              </a:rPr>
              <a:t>c</a:t>
            </a:r>
            <a:r>
              <a:rPr sz="3150" spc="-1435" dirty="0">
                <a:solidFill>
                  <a:schemeClr val="bg2"/>
                </a:solidFill>
                <a:latin typeface="Lucida Sans Unicode"/>
                <a:cs typeface="Lucida Sans Unicode"/>
              </a:rPr>
              <a:t>e</a:t>
            </a:r>
            <a:r>
              <a:rPr sz="4725" spc="44" baseline="-2645" dirty="0">
                <a:solidFill>
                  <a:schemeClr val="bg2"/>
                </a:solidFill>
                <a:latin typeface="Lucida Sans Unicode"/>
                <a:cs typeface="Lucida Sans Unicode"/>
              </a:rPr>
              <a:t>e</a:t>
            </a:r>
            <a:r>
              <a:rPr sz="3150" spc="-665" dirty="0">
                <a:solidFill>
                  <a:schemeClr val="bg2"/>
                </a:solidFill>
                <a:latin typeface="Lucida Sans Unicode"/>
                <a:cs typeface="Lucida Sans Unicode"/>
              </a:rPr>
              <a:t>l</a:t>
            </a:r>
            <a:r>
              <a:rPr sz="4725" spc="150" baseline="-2645" dirty="0">
                <a:solidFill>
                  <a:schemeClr val="bg2"/>
                </a:solidFill>
                <a:latin typeface="Lucida Sans Unicode"/>
                <a:cs typeface="Lucida Sans Unicode"/>
              </a:rPr>
              <a:t>l</a:t>
            </a:r>
            <a:r>
              <a:rPr sz="3150" spc="-665" dirty="0">
                <a:solidFill>
                  <a:schemeClr val="bg2"/>
                </a:solidFill>
                <a:latin typeface="Lucida Sans Unicode"/>
                <a:cs typeface="Lucida Sans Unicode"/>
              </a:rPr>
              <a:t>l</a:t>
            </a:r>
            <a:r>
              <a:rPr sz="4725" spc="270" baseline="-2645" dirty="0">
                <a:solidFill>
                  <a:schemeClr val="bg2"/>
                </a:solidFill>
                <a:latin typeface="Lucida Sans Unicode"/>
                <a:cs typeface="Lucida Sans Unicode"/>
              </a:rPr>
              <a:t>l</a:t>
            </a:r>
            <a:r>
              <a:rPr sz="4725" spc="-330" baseline="-2645" dirty="0">
                <a:solidFill>
                  <a:schemeClr val="bg2"/>
                </a:solidFill>
                <a:latin typeface="Lucida Sans Unicode"/>
                <a:cs typeface="Lucida Sans Unicode"/>
              </a:rPr>
              <a:t> </a:t>
            </a:r>
            <a:r>
              <a:rPr sz="3150" spc="-1565" dirty="0">
                <a:solidFill>
                  <a:schemeClr val="bg2"/>
                </a:solidFill>
                <a:latin typeface="Lucida Sans Unicode"/>
                <a:cs typeface="Lucida Sans Unicode"/>
              </a:rPr>
              <a:t>c</a:t>
            </a:r>
            <a:r>
              <a:rPr sz="4725" spc="-322" baseline="-2645" dirty="0">
                <a:solidFill>
                  <a:schemeClr val="bg2"/>
                </a:solidFill>
                <a:latin typeface="Lucida Sans Unicode"/>
                <a:cs typeface="Lucida Sans Unicode"/>
              </a:rPr>
              <a:t>c</a:t>
            </a:r>
            <a:r>
              <a:rPr sz="3150" spc="-1689" dirty="0">
                <a:solidFill>
                  <a:schemeClr val="bg2"/>
                </a:solidFill>
                <a:latin typeface="Lucida Sans Unicode"/>
                <a:cs typeface="Lucida Sans Unicode"/>
              </a:rPr>
              <a:t>a</a:t>
            </a:r>
            <a:r>
              <a:rPr sz="4725" spc="-337" baseline="-2645" dirty="0">
                <a:solidFill>
                  <a:schemeClr val="bg2"/>
                </a:solidFill>
                <a:latin typeface="Lucida Sans Unicode"/>
                <a:cs typeface="Lucida Sans Unicode"/>
              </a:rPr>
              <a:t>a</a:t>
            </a:r>
            <a:r>
              <a:rPr sz="3150" spc="-1880" dirty="0">
                <a:solidFill>
                  <a:schemeClr val="bg2"/>
                </a:solidFill>
                <a:latin typeface="Lucida Sans Unicode"/>
                <a:cs typeface="Lucida Sans Unicode"/>
              </a:rPr>
              <a:t>n</a:t>
            </a:r>
            <a:r>
              <a:rPr sz="4725" spc="-112" baseline="-2645" dirty="0">
                <a:solidFill>
                  <a:schemeClr val="bg2"/>
                </a:solidFill>
                <a:latin typeface="Lucida Sans Unicode"/>
                <a:cs typeface="Lucida Sans Unicode"/>
              </a:rPr>
              <a:t>n</a:t>
            </a:r>
            <a:r>
              <a:rPr sz="4725" spc="-337" baseline="-2645" dirty="0">
                <a:solidFill>
                  <a:schemeClr val="bg2"/>
                </a:solidFill>
                <a:latin typeface="Lucida Sans Unicode"/>
                <a:cs typeface="Lucida Sans Unicode"/>
              </a:rPr>
              <a:t> </a:t>
            </a:r>
            <a:r>
              <a:rPr sz="3150" spc="-1795" dirty="0">
                <a:solidFill>
                  <a:schemeClr val="bg2"/>
                </a:solidFill>
                <a:latin typeface="Lucida Sans Unicode"/>
                <a:cs typeface="Lucida Sans Unicode"/>
              </a:rPr>
              <a:t>b</a:t>
            </a:r>
            <a:r>
              <a:rPr sz="4725" spc="-202" baseline="-2645" dirty="0">
                <a:solidFill>
                  <a:schemeClr val="bg2"/>
                </a:solidFill>
                <a:latin typeface="Lucida Sans Unicode"/>
                <a:cs typeface="Lucida Sans Unicode"/>
              </a:rPr>
              <a:t>b</a:t>
            </a:r>
            <a:r>
              <a:rPr sz="3150" spc="-1580" dirty="0">
                <a:solidFill>
                  <a:schemeClr val="bg2"/>
                </a:solidFill>
                <a:latin typeface="Lucida Sans Unicode"/>
                <a:cs typeface="Lucida Sans Unicode"/>
              </a:rPr>
              <a:t>e</a:t>
            </a:r>
            <a:r>
              <a:rPr sz="4725" spc="-172" baseline="-2645" dirty="0">
                <a:solidFill>
                  <a:schemeClr val="bg2"/>
                </a:solidFill>
                <a:latin typeface="Lucida Sans Unicode"/>
                <a:cs typeface="Lucida Sans Unicode"/>
              </a:rPr>
              <a:t>e</a:t>
            </a:r>
            <a:r>
              <a:rPr sz="3150" spc="-885" dirty="0">
                <a:solidFill>
                  <a:schemeClr val="bg2"/>
                </a:solidFill>
                <a:latin typeface="Lucida Sans Unicode"/>
                <a:cs typeface="Lucida Sans Unicode"/>
              </a:rPr>
              <a:t>:</a:t>
            </a:r>
            <a:r>
              <a:rPr sz="4725" spc="52" baseline="-2645" dirty="0">
                <a:solidFill>
                  <a:schemeClr val="bg2"/>
                </a:solidFill>
                <a:latin typeface="Lucida Sans Unicode"/>
                <a:cs typeface="Lucida Sans Unicode"/>
              </a:rPr>
              <a:t>:</a:t>
            </a:r>
            <a:endParaRPr sz="4725" baseline="-2645" dirty="0">
              <a:solidFill>
                <a:schemeClr val="bg2"/>
              </a:solidFill>
              <a:latin typeface="Lucida Sans Unicode"/>
              <a:cs typeface="Lucida Sans Unicode"/>
            </a:endParaRPr>
          </a:p>
          <a:p>
            <a:pPr marL="12700" marR="7508240">
              <a:lnSpc>
                <a:spcPts val="4380"/>
              </a:lnSpc>
              <a:spcBef>
                <a:spcPts val="85"/>
              </a:spcBef>
            </a:pPr>
            <a:r>
              <a:rPr sz="3150" spc="-1789" dirty="0">
                <a:solidFill>
                  <a:schemeClr val="bg1"/>
                </a:solidFill>
                <a:latin typeface="Lucida Sans Unicode"/>
                <a:cs typeface="Lucida Sans Unicode"/>
              </a:rPr>
              <a:t>E</a:t>
            </a:r>
            <a:r>
              <a:rPr sz="4725" spc="-540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E</a:t>
            </a:r>
            <a:r>
              <a:rPr sz="3150" spc="-2735" dirty="0">
                <a:solidFill>
                  <a:schemeClr val="bg1"/>
                </a:solidFill>
                <a:latin typeface="Lucida Sans Unicode"/>
                <a:cs typeface="Lucida Sans Unicode"/>
              </a:rPr>
              <a:t>M</a:t>
            </a:r>
            <a:r>
              <a:rPr sz="4725" spc="-667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M</a:t>
            </a:r>
            <a:r>
              <a:rPr sz="3150" spc="-1825" dirty="0">
                <a:solidFill>
                  <a:schemeClr val="bg1"/>
                </a:solidFill>
                <a:latin typeface="Lucida Sans Unicode"/>
                <a:cs typeface="Lucida Sans Unicode"/>
              </a:rPr>
              <a:t>P</a:t>
            </a:r>
            <a:r>
              <a:rPr sz="4725" spc="-540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P</a:t>
            </a:r>
            <a:r>
              <a:rPr sz="3150" spc="-2039" dirty="0">
                <a:solidFill>
                  <a:schemeClr val="bg1"/>
                </a:solidFill>
                <a:latin typeface="Lucida Sans Unicode"/>
                <a:cs typeface="Lucida Sans Unicode"/>
              </a:rPr>
              <a:t>T</a:t>
            </a:r>
            <a:r>
              <a:rPr sz="4725" spc="-569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T</a:t>
            </a:r>
            <a:r>
              <a:rPr sz="3150" spc="-2014" dirty="0">
                <a:solidFill>
                  <a:schemeClr val="bg1"/>
                </a:solidFill>
                <a:latin typeface="Lucida Sans Unicode"/>
                <a:cs typeface="Lucida Sans Unicode"/>
              </a:rPr>
              <a:t>Y</a:t>
            </a:r>
            <a:r>
              <a:rPr sz="4725" spc="-315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Y</a:t>
            </a:r>
            <a:r>
              <a:rPr sz="4725" spc="1177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 </a:t>
            </a:r>
            <a:r>
              <a:rPr sz="3150" spc="-2430" dirty="0">
                <a:solidFill>
                  <a:schemeClr val="bg1"/>
                </a:solidFill>
                <a:latin typeface="Lucida Sans Unicode"/>
                <a:cs typeface="Lucida Sans Unicode"/>
              </a:rPr>
              <a:t>O</a:t>
            </a:r>
            <a:r>
              <a:rPr sz="4725" spc="-562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O</a:t>
            </a:r>
            <a:r>
              <a:rPr sz="3150" spc="-1830" dirty="0">
                <a:solidFill>
                  <a:schemeClr val="bg1"/>
                </a:solidFill>
                <a:latin typeface="Lucida Sans Unicode"/>
                <a:cs typeface="Lucida Sans Unicode"/>
              </a:rPr>
              <a:t>B</a:t>
            </a:r>
            <a:r>
              <a:rPr sz="4725" spc="-480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B</a:t>
            </a:r>
            <a:r>
              <a:rPr sz="3150" spc="-1730" dirty="0">
                <a:solidFill>
                  <a:schemeClr val="bg1"/>
                </a:solidFill>
                <a:latin typeface="Lucida Sans Unicode"/>
                <a:cs typeface="Lucida Sans Unicode"/>
              </a:rPr>
              <a:t>S</a:t>
            </a:r>
            <a:r>
              <a:rPr sz="4725" spc="-465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S</a:t>
            </a:r>
            <a:r>
              <a:rPr sz="3150" spc="-1995" dirty="0">
                <a:solidFill>
                  <a:schemeClr val="bg1"/>
                </a:solidFill>
                <a:latin typeface="Lucida Sans Unicode"/>
                <a:cs typeface="Lucida Sans Unicode"/>
              </a:rPr>
              <a:t>T</a:t>
            </a:r>
            <a:r>
              <a:rPr sz="4725" spc="-502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T</a:t>
            </a:r>
            <a:r>
              <a:rPr sz="3150" spc="-2185" dirty="0">
                <a:solidFill>
                  <a:schemeClr val="bg1"/>
                </a:solidFill>
                <a:latin typeface="Lucida Sans Unicode"/>
                <a:cs typeface="Lucida Sans Unicode"/>
              </a:rPr>
              <a:t>A</a:t>
            </a:r>
            <a:r>
              <a:rPr sz="4725" spc="-532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A</a:t>
            </a:r>
            <a:r>
              <a:rPr sz="3150" spc="-2185" dirty="0">
                <a:solidFill>
                  <a:schemeClr val="bg1"/>
                </a:solidFill>
                <a:latin typeface="Lucida Sans Unicode"/>
                <a:cs typeface="Lucida Sans Unicode"/>
              </a:rPr>
              <a:t>C</a:t>
            </a:r>
            <a:r>
              <a:rPr sz="4725" spc="-532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C</a:t>
            </a:r>
            <a:r>
              <a:rPr sz="3150" spc="-1714" dirty="0">
                <a:solidFill>
                  <a:schemeClr val="bg1"/>
                </a:solidFill>
                <a:latin typeface="Lucida Sans Unicode"/>
                <a:cs typeface="Lucida Sans Unicode"/>
              </a:rPr>
              <a:t>L</a:t>
            </a:r>
            <a:r>
              <a:rPr sz="4725" spc="-465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L</a:t>
            </a:r>
            <a:r>
              <a:rPr sz="3150" spc="-1745" dirty="0">
                <a:solidFill>
                  <a:schemeClr val="bg1"/>
                </a:solidFill>
                <a:latin typeface="Lucida Sans Unicode"/>
                <a:cs typeface="Lucida Sans Unicode"/>
              </a:rPr>
              <a:t>E</a:t>
            </a:r>
            <a:r>
              <a:rPr sz="4725" spc="-247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E</a:t>
            </a:r>
            <a:r>
              <a:rPr sz="4725" spc="1177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 </a:t>
            </a:r>
            <a:r>
              <a:rPr sz="4725" spc="-697" baseline="-2645" dirty="0" smtClean="0">
                <a:solidFill>
                  <a:schemeClr val="bg1"/>
                </a:solidFill>
                <a:latin typeface="Lucida Sans Unicode"/>
                <a:cs typeface="Lucida Sans Unicode"/>
              </a:rPr>
              <a:t>G</a:t>
            </a:r>
            <a:r>
              <a:rPr sz="3150" spc="-2535" dirty="0" smtClean="0">
                <a:solidFill>
                  <a:schemeClr val="bg1"/>
                </a:solidFill>
                <a:latin typeface="Lucida Sans Unicode"/>
                <a:cs typeface="Lucida Sans Unicode"/>
              </a:rPr>
              <a:t>O</a:t>
            </a:r>
            <a:r>
              <a:rPr sz="4725" spc="-719" baseline="-2645" dirty="0" smtClean="0">
                <a:solidFill>
                  <a:schemeClr val="bg1"/>
                </a:solidFill>
                <a:latin typeface="Lucida Sans Unicode"/>
                <a:cs typeface="Lucida Sans Unicode"/>
              </a:rPr>
              <a:t>O</a:t>
            </a:r>
            <a:r>
              <a:rPr sz="3150" spc="-2290" dirty="0" smtClean="0">
                <a:solidFill>
                  <a:schemeClr val="bg1"/>
                </a:solidFill>
                <a:latin typeface="Lucida Sans Unicode"/>
                <a:cs typeface="Lucida Sans Unicode"/>
              </a:rPr>
              <a:t>A</a:t>
            </a:r>
            <a:r>
              <a:rPr sz="4725" spc="-690" baseline="-2645" dirty="0" smtClean="0">
                <a:solidFill>
                  <a:schemeClr val="bg1"/>
                </a:solidFill>
                <a:latin typeface="Lucida Sans Unicode"/>
                <a:cs typeface="Lucida Sans Unicode"/>
              </a:rPr>
              <a:t>A</a:t>
            </a:r>
            <a:r>
              <a:rPr sz="3150" spc="-1820" dirty="0" smtClean="0">
                <a:solidFill>
                  <a:schemeClr val="bg1"/>
                </a:solidFill>
                <a:latin typeface="Lucida Sans Unicode"/>
                <a:cs typeface="Lucida Sans Unicode"/>
              </a:rPr>
              <a:t>L</a:t>
            </a:r>
            <a:r>
              <a:rPr sz="4725" spc="-405" baseline="-2645" dirty="0" smtClean="0">
                <a:solidFill>
                  <a:schemeClr val="bg1"/>
                </a:solidFill>
                <a:latin typeface="Lucida Sans Unicode"/>
                <a:cs typeface="Lucida Sans Unicode"/>
              </a:rPr>
              <a:t>L</a:t>
            </a:r>
            <a:endParaRPr lang="ar-AE" sz="4725" spc="-405" baseline="-2645" dirty="0" smtClean="0">
              <a:solidFill>
                <a:schemeClr val="bg1"/>
              </a:solidFill>
              <a:latin typeface="Lucida Sans Unicode"/>
              <a:cs typeface="Lucida Sans Unicode"/>
            </a:endParaRPr>
          </a:p>
          <a:p>
            <a:pPr marL="12700" marR="7508240">
              <a:lnSpc>
                <a:spcPts val="4380"/>
              </a:lnSpc>
              <a:spcBef>
                <a:spcPts val="85"/>
              </a:spcBef>
            </a:pPr>
            <a:r>
              <a:rPr lang="en-US" sz="4725" baseline="-2645" dirty="0" smtClean="0">
                <a:solidFill>
                  <a:schemeClr val="bg1"/>
                </a:solidFill>
                <a:latin typeface="Lucida Sans Unicode"/>
                <a:cs typeface="Lucida Sans Unicode"/>
              </a:rPr>
              <a:t>path</a:t>
            </a:r>
            <a:endParaRPr sz="4725" baseline="-2645" dirty="0">
              <a:solidFill>
                <a:schemeClr val="bg1"/>
              </a:solidFill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829155" cy="10286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29066" y="0"/>
              <a:ext cx="10758933" cy="542746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80735" y="4445773"/>
              <a:ext cx="7324724" cy="1419224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68035" y="910621"/>
            <a:ext cx="2585720" cy="795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50" spc="-3040" dirty="0"/>
              <a:t>T</a:t>
            </a:r>
            <a:r>
              <a:rPr sz="7575" spc="-675" baseline="-2200" dirty="0"/>
              <a:t>T</a:t>
            </a:r>
            <a:r>
              <a:rPr sz="5050" spc="-3040" dirty="0"/>
              <a:t>h</a:t>
            </a:r>
            <a:r>
              <a:rPr sz="7575" spc="-675" baseline="-2200" dirty="0"/>
              <a:t>h</a:t>
            </a:r>
            <a:r>
              <a:rPr sz="5050" spc="-2765" dirty="0"/>
              <a:t>e</a:t>
            </a:r>
            <a:r>
              <a:rPr sz="7575" spc="-277" baseline="-2200" dirty="0"/>
              <a:t>e</a:t>
            </a:r>
            <a:r>
              <a:rPr sz="7575" spc="-300" baseline="-2200" dirty="0"/>
              <a:t> </a:t>
            </a:r>
            <a:r>
              <a:rPr sz="5050" spc="-3700" dirty="0"/>
              <a:t>G</a:t>
            </a:r>
            <a:r>
              <a:rPr sz="7575" spc="-630" baseline="-2200" dirty="0"/>
              <a:t>G</a:t>
            </a:r>
            <a:r>
              <a:rPr sz="5050" spc="-2935" dirty="0"/>
              <a:t>o</a:t>
            </a:r>
            <a:r>
              <a:rPr sz="7575" spc="-517" baseline="-2200" dirty="0"/>
              <a:t>o</a:t>
            </a:r>
            <a:r>
              <a:rPr sz="5050" spc="-2660" dirty="0"/>
              <a:t>a</a:t>
            </a:r>
            <a:r>
              <a:rPr sz="7575" spc="-480" baseline="-2200" dirty="0"/>
              <a:t>a</a:t>
            </a:r>
            <a:r>
              <a:rPr sz="5050" spc="-1365" dirty="0"/>
              <a:t>l</a:t>
            </a:r>
            <a:r>
              <a:rPr sz="7575" spc="-120" baseline="-2200" dirty="0"/>
              <a:t>l</a:t>
            </a:r>
            <a:endParaRPr sz="7575" baseline="-2200" dirty="0"/>
          </a:p>
        </p:txBody>
      </p:sp>
      <p:grpSp>
        <p:nvGrpSpPr>
          <p:cNvPr id="7" name="object 7"/>
          <p:cNvGrpSpPr/>
          <p:nvPr/>
        </p:nvGrpSpPr>
        <p:grpSpPr>
          <a:xfrm>
            <a:off x="1314110" y="2286121"/>
            <a:ext cx="104775" cy="1114425"/>
            <a:chOff x="1314110" y="2286121"/>
            <a:chExt cx="104775" cy="1114425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14110" y="2286121"/>
              <a:ext cx="104774" cy="10477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14110" y="3295771"/>
              <a:ext cx="104774" cy="104774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582100" y="2002759"/>
            <a:ext cx="6560184" cy="153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16330">
              <a:lnSpc>
                <a:spcPct val="116199"/>
              </a:lnSpc>
              <a:spcBef>
                <a:spcPts val="100"/>
              </a:spcBef>
            </a:pPr>
            <a:r>
              <a:rPr sz="2850" spc="-250" dirty="0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sz="2850" spc="-1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8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robot</a:t>
            </a:r>
            <a:r>
              <a:rPr sz="2850" spc="-2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850" spc="-265" dirty="0">
                <a:solidFill>
                  <a:srgbClr val="FFFFFF"/>
                </a:solidFill>
                <a:latin typeface="Lucida Sans Unicode"/>
                <a:cs typeface="Lucida Sans Unicode"/>
              </a:rPr>
              <a:t>must</a:t>
            </a:r>
            <a:r>
              <a:rPr sz="2850" spc="-1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8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reach</a:t>
            </a:r>
            <a:r>
              <a:rPr sz="2850" spc="-1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85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2850" spc="-1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850" spc="155" dirty="0">
                <a:solidFill>
                  <a:srgbClr val="FFFFFF"/>
                </a:solidFill>
                <a:latin typeface="Lucida Sans Unicode"/>
                <a:cs typeface="Lucida Sans Unicode"/>
              </a:rPr>
              <a:t>specific </a:t>
            </a:r>
            <a:r>
              <a:rPr sz="285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target</a:t>
            </a:r>
            <a:r>
              <a:rPr sz="2850" spc="-1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850" spc="345" dirty="0">
                <a:solidFill>
                  <a:srgbClr val="FFFFFF"/>
                </a:solidFill>
                <a:latin typeface="Lucida Sans Unicode"/>
                <a:cs typeface="Lucida Sans Unicode"/>
              </a:rPr>
              <a:t>cell.</a:t>
            </a:r>
            <a:endParaRPr sz="2850" dirty="0">
              <a:latin typeface="Lucida Sans Unicode"/>
              <a:cs typeface="Lucida Sans Unicode"/>
            </a:endParaRPr>
          </a:p>
          <a:p>
            <a:pPr marL="62230">
              <a:lnSpc>
                <a:spcPct val="100000"/>
              </a:lnSpc>
              <a:spcBef>
                <a:spcPts val="555"/>
              </a:spcBef>
            </a:pPr>
            <a:r>
              <a:rPr sz="2850" spc="185" dirty="0">
                <a:solidFill>
                  <a:srgbClr val="FFFFFF"/>
                </a:solidFill>
                <a:latin typeface="Lucida Sans Unicode"/>
                <a:cs typeface="Lucida Sans Unicode"/>
              </a:rPr>
              <a:t>In</a:t>
            </a:r>
            <a:r>
              <a:rPr sz="2850" spc="-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850" spc="-605" dirty="0">
                <a:solidFill>
                  <a:srgbClr val="FFFFFF"/>
                </a:solidFill>
                <a:latin typeface="Lucida Sans Unicode"/>
                <a:cs typeface="Lucida Sans Unicode"/>
              </a:rPr>
              <a:t>my</a:t>
            </a:r>
            <a:r>
              <a:rPr sz="2850" spc="-1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850" spc="150" dirty="0">
                <a:solidFill>
                  <a:srgbClr val="FFFFFF"/>
                </a:solidFill>
                <a:latin typeface="Lucida Sans Unicode"/>
                <a:cs typeface="Lucida Sans Unicode"/>
              </a:rPr>
              <a:t>project,</a:t>
            </a:r>
            <a:r>
              <a:rPr sz="2850" spc="-1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850" dirty="0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sz="2850" spc="-1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850" dirty="0">
                <a:solidFill>
                  <a:srgbClr val="FFFFFF"/>
                </a:solidFill>
                <a:latin typeface="Lucida Sans Unicode"/>
                <a:cs typeface="Lucida Sans Unicode"/>
              </a:rPr>
              <a:t>goal</a:t>
            </a:r>
            <a:r>
              <a:rPr sz="2850" spc="-1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850" spc="340" dirty="0">
                <a:solidFill>
                  <a:srgbClr val="FFFFFF"/>
                </a:solidFill>
                <a:latin typeface="Lucida Sans Unicode"/>
                <a:cs typeface="Lucida Sans Unicode"/>
              </a:rPr>
              <a:t>is</a:t>
            </a:r>
            <a:r>
              <a:rPr sz="2850" spc="-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850" spc="160" dirty="0" smtClean="0">
                <a:solidFill>
                  <a:srgbClr val="FFFFFF"/>
                </a:solidFill>
                <a:latin typeface="Lucida Sans Unicode"/>
                <a:cs typeface="Lucida Sans Unicode"/>
              </a:rPr>
              <a:t>at</a:t>
            </a:r>
            <a:r>
              <a:rPr lang="en-US" sz="2850" spc="160" dirty="0" smtClean="0">
                <a:solidFill>
                  <a:srgbClr val="FFFFFF"/>
                </a:solidFill>
                <a:latin typeface="Lucida Sans Unicode"/>
                <a:cs typeface="Lucida Sans Unicode"/>
              </a:rPr>
              <a:t> (10,4)</a:t>
            </a:r>
            <a:endParaRPr sz="285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0605842" cy="10286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54326" y="0"/>
              <a:ext cx="9833673" cy="1028699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018986" y="3319088"/>
              <a:ext cx="1515660" cy="179552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997699" y="3359660"/>
              <a:ext cx="3032125" cy="2917825"/>
            </a:xfrm>
            <a:custGeom>
              <a:avLst/>
              <a:gdLst/>
              <a:ahLst/>
              <a:cxnLst/>
              <a:rect l="l" t="t" r="r" b="b"/>
              <a:pathLst>
                <a:path w="3032125" h="2917825">
                  <a:moveTo>
                    <a:pt x="1010228" y="2917349"/>
                  </a:moveTo>
                  <a:lnTo>
                    <a:pt x="0" y="2334095"/>
                  </a:lnTo>
                  <a:lnTo>
                    <a:pt x="0" y="1458732"/>
                  </a:lnTo>
                  <a:lnTo>
                    <a:pt x="2360" y="1409882"/>
                  </a:lnTo>
                  <a:lnTo>
                    <a:pt x="9333" y="1361996"/>
                  </a:lnTo>
                  <a:lnTo>
                    <a:pt x="20755" y="1315357"/>
                  </a:lnTo>
                  <a:lnTo>
                    <a:pt x="36462" y="1270247"/>
                  </a:lnTo>
                  <a:lnTo>
                    <a:pt x="56291" y="1226951"/>
                  </a:lnTo>
                  <a:lnTo>
                    <a:pt x="80079" y="1185751"/>
                  </a:lnTo>
                  <a:lnTo>
                    <a:pt x="107660" y="1146931"/>
                  </a:lnTo>
                  <a:lnTo>
                    <a:pt x="138873" y="1110773"/>
                  </a:lnTo>
                  <a:lnTo>
                    <a:pt x="173554" y="1077562"/>
                  </a:lnTo>
                  <a:lnTo>
                    <a:pt x="211538" y="1047580"/>
                  </a:lnTo>
                  <a:lnTo>
                    <a:pt x="252663" y="1021111"/>
                  </a:lnTo>
                  <a:lnTo>
                    <a:pt x="2021287" y="0"/>
                  </a:lnTo>
                  <a:lnTo>
                    <a:pt x="2779273" y="437620"/>
                  </a:lnTo>
                  <a:lnTo>
                    <a:pt x="2820398" y="464090"/>
                  </a:lnTo>
                  <a:lnTo>
                    <a:pt x="2858382" y="494071"/>
                  </a:lnTo>
                  <a:lnTo>
                    <a:pt x="2893062" y="527283"/>
                  </a:lnTo>
                  <a:lnTo>
                    <a:pt x="2924274" y="563440"/>
                  </a:lnTo>
                  <a:lnTo>
                    <a:pt x="2951855" y="602260"/>
                  </a:lnTo>
                  <a:lnTo>
                    <a:pt x="2975641" y="643460"/>
                  </a:lnTo>
                  <a:lnTo>
                    <a:pt x="2995470" y="686756"/>
                  </a:lnTo>
                  <a:lnTo>
                    <a:pt x="3011176" y="731866"/>
                  </a:lnTo>
                  <a:lnTo>
                    <a:pt x="3022598" y="778505"/>
                  </a:lnTo>
                  <a:lnTo>
                    <a:pt x="3029570" y="826392"/>
                  </a:lnTo>
                  <a:lnTo>
                    <a:pt x="3031931" y="875241"/>
                  </a:lnTo>
                  <a:lnTo>
                    <a:pt x="3031931" y="1750604"/>
                  </a:lnTo>
                  <a:lnTo>
                    <a:pt x="1010228" y="2917349"/>
                  </a:lnTo>
                  <a:close/>
                </a:path>
              </a:pathLst>
            </a:custGeom>
            <a:solidFill>
              <a:srgbClr val="79FF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924910" y="2320670"/>
              <a:ext cx="2002789" cy="2327910"/>
            </a:xfrm>
            <a:custGeom>
              <a:avLst/>
              <a:gdLst/>
              <a:ahLst/>
              <a:cxnLst/>
              <a:rect l="l" t="t" r="r" b="b"/>
              <a:pathLst>
                <a:path w="2002790" h="2327910">
                  <a:moveTo>
                    <a:pt x="1020686" y="532853"/>
                  </a:moveTo>
                  <a:lnTo>
                    <a:pt x="1020445" y="483603"/>
                  </a:lnTo>
                  <a:lnTo>
                    <a:pt x="1015530" y="434606"/>
                  </a:lnTo>
                  <a:lnTo>
                    <a:pt x="1006170" y="387159"/>
                  </a:lnTo>
                  <a:lnTo>
                    <a:pt x="992568" y="341464"/>
                  </a:lnTo>
                  <a:lnTo>
                    <a:pt x="974953" y="297751"/>
                  </a:lnTo>
                  <a:lnTo>
                    <a:pt x="953554" y="256197"/>
                  </a:lnTo>
                  <a:lnTo>
                    <a:pt x="928611" y="217004"/>
                  </a:lnTo>
                  <a:lnTo>
                    <a:pt x="900315" y="180390"/>
                  </a:lnTo>
                  <a:lnTo>
                    <a:pt x="868921" y="146558"/>
                  </a:lnTo>
                  <a:lnTo>
                    <a:pt x="834644" y="115684"/>
                  </a:lnTo>
                  <a:lnTo>
                    <a:pt x="797712" y="87998"/>
                  </a:lnTo>
                  <a:lnTo>
                    <a:pt x="758342" y="63703"/>
                  </a:lnTo>
                  <a:lnTo>
                    <a:pt x="716762" y="42976"/>
                  </a:lnTo>
                  <a:lnTo>
                    <a:pt x="673201" y="26047"/>
                  </a:lnTo>
                  <a:lnTo>
                    <a:pt x="627875" y="13106"/>
                  </a:lnTo>
                  <a:lnTo>
                    <a:pt x="581025" y="4356"/>
                  </a:lnTo>
                  <a:lnTo>
                    <a:pt x="532853" y="0"/>
                  </a:lnTo>
                  <a:lnTo>
                    <a:pt x="483603" y="228"/>
                  </a:lnTo>
                  <a:lnTo>
                    <a:pt x="434606" y="5143"/>
                  </a:lnTo>
                  <a:lnTo>
                    <a:pt x="387159" y="14516"/>
                  </a:lnTo>
                  <a:lnTo>
                    <a:pt x="341477" y="28117"/>
                  </a:lnTo>
                  <a:lnTo>
                    <a:pt x="297751" y="45720"/>
                  </a:lnTo>
                  <a:lnTo>
                    <a:pt x="256197" y="67119"/>
                  </a:lnTo>
                  <a:lnTo>
                    <a:pt x="217017" y="92075"/>
                  </a:lnTo>
                  <a:lnTo>
                    <a:pt x="180403" y="120357"/>
                  </a:lnTo>
                  <a:lnTo>
                    <a:pt x="146558" y="151752"/>
                  </a:lnTo>
                  <a:lnTo>
                    <a:pt x="115697" y="186029"/>
                  </a:lnTo>
                  <a:lnTo>
                    <a:pt x="88011" y="222961"/>
                  </a:lnTo>
                  <a:lnTo>
                    <a:pt x="63703" y="262331"/>
                  </a:lnTo>
                  <a:lnTo>
                    <a:pt x="42989" y="303911"/>
                  </a:lnTo>
                  <a:lnTo>
                    <a:pt x="26047" y="347484"/>
                  </a:lnTo>
                  <a:lnTo>
                    <a:pt x="13106" y="392798"/>
                  </a:lnTo>
                  <a:lnTo>
                    <a:pt x="4356" y="439661"/>
                  </a:lnTo>
                  <a:lnTo>
                    <a:pt x="0" y="487819"/>
                  </a:lnTo>
                  <a:lnTo>
                    <a:pt x="241" y="537070"/>
                  </a:lnTo>
                  <a:lnTo>
                    <a:pt x="5143" y="586079"/>
                  </a:lnTo>
                  <a:lnTo>
                    <a:pt x="14516" y="633514"/>
                  </a:lnTo>
                  <a:lnTo>
                    <a:pt x="28117" y="679208"/>
                  </a:lnTo>
                  <a:lnTo>
                    <a:pt x="45732" y="722922"/>
                  </a:lnTo>
                  <a:lnTo>
                    <a:pt x="67119" y="764476"/>
                  </a:lnTo>
                  <a:lnTo>
                    <a:pt x="92075" y="803668"/>
                  </a:lnTo>
                  <a:lnTo>
                    <a:pt x="120357" y="840282"/>
                  </a:lnTo>
                  <a:lnTo>
                    <a:pt x="151752" y="874115"/>
                  </a:lnTo>
                  <a:lnTo>
                    <a:pt x="186029" y="904989"/>
                  </a:lnTo>
                  <a:lnTo>
                    <a:pt x="222973" y="932675"/>
                  </a:lnTo>
                  <a:lnTo>
                    <a:pt x="262343" y="956970"/>
                  </a:lnTo>
                  <a:lnTo>
                    <a:pt x="303923" y="977696"/>
                  </a:lnTo>
                  <a:lnTo>
                    <a:pt x="347484" y="994625"/>
                  </a:lnTo>
                  <a:lnTo>
                    <a:pt x="392811" y="1007567"/>
                  </a:lnTo>
                  <a:lnTo>
                    <a:pt x="439661" y="1016317"/>
                  </a:lnTo>
                  <a:lnTo>
                    <a:pt x="487819" y="1020686"/>
                  </a:lnTo>
                  <a:lnTo>
                    <a:pt x="537070" y="1020445"/>
                  </a:lnTo>
                  <a:lnTo>
                    <a:pt x="586079" y="1015530"/>
                  </a:lnTo>
                  <a:lnTo>
                    <a:pt x="633526" y="1006157"/>
                  </a:lnTo>
                  <a:lnTo>
                    <a:pt x="679208" y="992555"/>
                  </a:lnTo>
                  <a:lnTo>
                    <a:pt x="722922" y="974953"/>
                  </a:lnTo>
                  <a:lnTo>
                    <a:pt x="764476" y="953554"/>
                  </a:lnTo>
                  <a:lnTo>
                    <a:pt x="803668" y="928611"/>
                  </a:lnTo>
                  <a:lnTo>
                    <a:pt x="840282" y="900315"/>
                  </a:lnTo>
                  <a:lnTo>
                    <a:pt x="874128" y="868921"/>
                  </a:lnTo>
                  <a:lnTo>
                    <a:pt x="904989" y="834644"/>
                  </a:lnTo>
                  <a:lnTo>
                    <a:pt x="932675" y="797712"/>
                  </a:lnTo>
                  <a:lnTo>
                    <a:pt x="956983" y="758342"/>
                  </a:lnTo>
                  <a:lnTo>
                    <a:pt x="977696" y="716762"/>
                  </a:lnTo>
                  <a:lnTo>
                    <a:pt x="994625" y="673201"/>
                  </a:lnTo>
                  <a:lnTo>
                    <a:pt x="1007579" y="627875"/>
                  </a:lnTo>
                  <a:lnTo>
                    <a:pt x="1016330" y="581012"/>
                  </a:lnTo>
                  <a:lnTo>
                    <a:pt x="1020686" y="532853"/>
                  </a:lnTo>
                  <a:close/>
                </a:path>
                <a:path w="2002790" h="2327910">
                  <a:moveTo>
                    <a:pt x="2002269" y="2022932"/>
                  </a:moveTo>
                  <a:lnTo>
                    <a:pt x="1997671" y="1978545"/>
                  </a:lnTo>
                  <a:lnTo>
                    <a:pt x="1988185" y="1933371"/>
                  </a:lnTo>
                  <a:lnTo>
                    <a:pt x="1973884" y="1887880"/>
                  </a:lnTo>
                  <a:lnTo>
                    <a:pt x="1954834" y="1842477"/>
                  </a:lnTo>
                  <a:lnTo>
                    <a:pt x="1931098" y="1797621"/>
                  </a:lnTo>
                  <a:lnTo>
                    <a:pt x="1902739" y="1753717"/>
                  </a:lnTo>
                  <a:lnTo>
                    <a:pt x="1869833" y="1711223"/>
                  </a:lnTo>
                  <a:lnTo>
                    <a:pt x="1832457" y="1670558"/>
                  </a:lnTo>
                  <a:lnTo>
                    <a:pt x="1791792" y="1633181"/>
                  </a:lnTo>
                  <a:lnTo>
                    <a:pt x="1749298" y="1600276"/>
                  </a:lnTo>
                  <a:lnTo>
                    <a:pt x="1705394" y="1571917"/>
                  </a:lnTo>
                  <a:lnTo>
                    <a:pt x="1660537" y="1548180"/>
                  </a:lnTo>
                  <a:lnTo>
                    <a:pt x="1615135" y="1529130"/>
                  </a:lnTo>
                  <a:lnTo>
                    <a:pt x="1569643" y="1514817"/>
                  </a:lnTo>
                  <a:lnTo>
                    <a:pt x="1524469" y="1505343"/>
                  </a:lnTo>
                  <a:lnTo>
                    <a:pt x="1480083" y="1500746"/>
                  </a:lnTo>
                  <a:lnTo>
                    <a:pt x="1436890" y="1501114"/>
                  </a:lnTo>
                  <a:lnTo>
                    <a:pt x="1395336" y="1506499"/>
                  </a:lnTo>
                  <a:lnTo>
                    <a:pt x="1355839" y="1516976"/>
                  </a:lnTo>
                  <a:lnTo>
                    <a:pt x="1318856" y="1532623"/>
                  </a:lnTo>
                  <a:lnTo>
                    <a:pt x="1284820" y="1553489"/>
                  </a:lnTo>
                  <a:lnTo>
                    <a:pt x="1254150" y="1579664"/>
                  </a:lnTo>
                  <a:lnTo>
                    <a:pt x="1227975" y="1610334"/>
                  </a:lnTo>
                  <a:lnTo>
                    <a:pt x="1207096" y="1644383"/>
                  </a:lnTo>
                  <a:lnTo>
                    <a:pt x="1191463" y="1681365"/>
                  </a:lnTo>
                  <a:lnTo>
                    <a:pt x="1180973" y="1720850"/>
                  </a:lnTo>
                  <a:lnTo>
                    <a:pt x="1175588" y="1762404"/>
                  </a:lnTo>
                  <a:lnTo>
                    <a:pt x="1175232" y="1805597"/>
                  </a:lnTo>
                  <a:lnTo>
                    <a:pt x="1179817" y="1849996"/>
                  </a:lnTo>
                  <a:lnTo>
                    <a:pt x="1189304" y="1895157"/>
                  </a:lnTo>
                  <a:lnTo>
                    <a:pt x="1203604" y="1940648"/>
                  </a:lnTo>
                  <a:lnTo>
                    <a:pt x="1222667" y="1986051"/>
                  </a:lnTo>
                  <a:lnTo>
                    <a:pt x="1246403" y="2030920"/>
                  </a:lnTo>
                  <a:lnTo>
                    <a:pt x="1274762" y="2074811"/>
                  </a:lnTo>
                  <a:lnTo>
                    <a:pt x="1307655" y="2117306"/>
                  </a:lnTo>
                  <a:lnTo>
                    <a:pt x="1345044" y="2157971"/>
                  </a:lnTo>
                  <a:lnTo>
                    <a:pt x="1385697" y="2195360"/>
                  </a:lnTo>
                  <a:lnTo>
                    <a:pt x="1428203" y="2228253"/>
                  </a:lnTo>
                  <a:lnTo>
                    <a:pt x="1472095" y="2256612"/>
                  </a:lnTo>
                  <a:lnTo>
                    <a:pt x="1516964" y="2280348"/>
                  </a:lnTo>
                  <a:lnTo>
                    <a:pt x="1562366" y="2299411"/>
                  </a:lnTo>
                  <a:lnTo>
                    <a:pt x="1607858" y="2313711"/>
                  </a:lnTo>
                  <a:lnTo>
                    <a:pt x="1653019" y="2323198"/>
                  </a:lnTo>
                  <a:lnTo>
                    <a:pt x="1697418" y="2327783"/>
                  </a:lnTo>
                  <a:lnTo>
                    <a:pt x="1740611" y="2327427"/>
                  </a:lnTo>
                  <a:lnTo>
                    <a:pt x="1782165" y="2322030"/>
                  </a:lnTo>
                  <a:lnTo>
                    <a:pt x="1821649" y="2311552"/>
                  </a:lnTo>
                  <a:lnTo>
                    <a:pt x="1858632" y="2295906"/>
                  </a:lnTo>
                  <a:lnTo>
                    <a:pt x="1892681" y="2275040"/>
                  </a:lnTo>
                  <a:lnTo>
                    <a:pt x="1923351" y="2248865"/>
                  </a:lnTo>
                  <a:lnTo>
                    <a:pt x="1949526" y="2218194"/>
                  </a:lnTo>
                  <a:lnTo>
                    <a:pt x="1970392" y="2184158"/>
                  </a:lnTo>
                  <a:lnTo>
                    <a:pt x="1986038" y="2147176"/>
                  </a:lnTo>
                  <a:lnTo>
                    <a:pt x="1996516" y="2107679"/>
                  </a:lnTo>
                  <a:lnTo>
                    <a:pt x="2001901" y="2066124"/>
                  </a:lnTo>
                  <a:lnTo>
                    <a:pt x="2002269" y="2022932"/>
                  </a:lnTo>
                  <a:close/>
                </a:path>
              </a:pathLst>
            </a:custGeom>
            <a:solidFill>
              <a:srgbClr val="2500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459848" y="2194537"/>
              <a:ext cx="2026920" cy="2005964"/>
            </a:xfrm>
            <a:custGeom>
              <a:avLst/>
              <a:gdLst/>
              <a:ahLst/>
              <a:cxnLst/>
              <a:rect l="l" t="t" r="r" b="b"/>
              <a:pathLst>
                <a:path w="2026920" h="2005964">
                  <a:moveTo>
                    <a:pt x="1400961" y="2004178"/>
                  </a:moveTo>
                  <a:lnTo>
                    <a:pt x="1358656" y="2005550"/>
                  </a:lnTo>
                  <a:lnTo>
                    <a:pt x="1315494" y="2005299"/>
                  </a:lnTo>
                  <a:lnTo>
                    <a:pt x="1271572" y="2003452"/>
                  </a:lnTo>
                  <a:lnTo>
                    <a:pt x="1226988" y="2000037"/>
                  </a:lnTo>
                  <a:lnTo>
                    <a:pt x="1181838" y="1995082"/>
                  </a:lnTo>
                  <a:lnTo>
                    <a:pt x="1136221" y="1988612"/>
                  </a:lnTo>
                  <a:lnTo>
                    <a:pt x="1090232" y="1980658"/>
                  </a:lnTo>
                  <a:lnTo>
                    <a:pt x="1043971" y="1971244"/>
                  </a:lnTo>
                  <a:lnTo>
                    <a:pt x="997533" y="1960400"/>
                  </a:lnTo>
                  <a:lnTo>
                    <a:pt x="951017" y="1948153"/>
                  </a:lnTo>
                  <a:lnTo>
                    <a:pt x="904519" y="1934530"/>
                  </a:lnTo>
                  <a:lnTo>
                    <a:pt x="858137" y="1919559"/>
                  </a:lnTo>
                  <a:lnTo>
                    <a:pt x="811968" y="1903266"/>
                  </a:lnTo>
                  <a:lnTo>
                    <a:pt x="766109" y="1885681"/>
                  </a:lnTo>
                  <a:lnTo>
                    <a:pt x="720658" y="1866829"/>
                  </a:lnTo>
                  <a:lnTo>
                    <a:pt x="675712" y="1846739"/>
                  </a:lnTo>
                  <a:lnTo>
                    <a:pt x="631367" y="1825439"/>
                  </a:lnTo>
                  <a:lnTo>
                    <a:pt x="587723" y="1802955"/>
                  </a:lnTo>
                  <a:lnTo>
                    <a:pt x="544875" y="1779314"/>
                  </a:lnTo>
                  <a:lnTo>
                    <a:pt x="502921" y="1754546"/>
                  </a:lnTo>
                  <a:lnTo>
                    <a:pt x="461958" y="1728677"/>
                  </a:lnTo>
                  <a:lnTo>
                    <a:pt x="422084" y="1701734"/>
                  </a:lnTo>
                  <a:lnTo>
                    <a:pt x="383396" y="1673745"/>
                  </a:lnTo>
                  <a:lnTo>
                    <a:pt x="345990" y="1644738"/>
                  </a:lnTo>
                  <a:lnTo>
                    <a:pt x="309966" y="1614740"/>
                  </a:lnTo>
                  <a:lnTo>
                    <a:pt x="275419" y="1583778"/>
                  </a:lnTo>
                  <a:lnTo>
                    <a:pt x="242446" y="1551880"/>
                  </a:lnTo>
                  <a:lnTo>
                    <a:pt x="211146" y="1519074"/>
                  </a:lnTo>
                  <a:lnTo>
                    <a:pt x="181616" y="1485387"/>
                  </a:lnTo>
                  <a:lnTo>
                    <a:pt x="153952" y="1450846"/>
                  </a:lnTo>
                  <a:lnTo>
                    <a:pt x="128253" y="1415479"/>
                  </a:lnTo>
                  <a:lnTo>
                    <a:pt x="104615" y="1379314"/>
                  </a:lnTo>
                  <a:lnTo>
                    <a:pt x="83135" y="1342378"/>
                  </a:lnTo>
                  <a:lnTo>
                    <a:pt x="63912" y="1304698"/>
                  </a:lnTo>
                  <a:lnTo>
                    <a:pt x="47041" y="1266302"/>
                  </a:lnTo>
                  <a:lnTo>
                    <a:pt x="32621" y="1227217"/>
                  </a:lnTo>
                  <a:lnTo>
                    <a:pt x="20749" y="1187472"/>
                  </a:lnTo>
                  <a:lnTo>
                    <a:pt x="11522" y="1147093"/>
                  </a:lnTo>
                  <a:lnTo>
                    <a:pt x="5037" y="1106107"/>
                  </a:lnTo>
                  <a:lnTo>
                    <a:pt x="1392" y="1064543"/>
                  </a:lnTo>
                  <a:lnTo>
                    <a:pt x="0" y="1016931"/>
                  </a:lnTo>
                  <a:lnTo>
                    <a:pt x="803" y="969770"/>
                  </a:lnTo>
                  <a:lnTo>
                    <a:pt x="3757" y="923113"/>
                  </a:lnTo>
                  <a:lnTo>
                    <a:pt x="8816" y="877011"/>
                  </a:lnTo>
                  <a:lnTo>
                    <a:pt x="15933" y="831514"/>
                  </a:lnTo>
                  <a:lnTo>
                    <a:pt x="25063" y="786674"/>
                  </a:lnTo>
                  <a:lnTo>
                    <a:pt x="36159" y="742541"/>
                  </a:lnTo>
                  <a:lnTo>
                    <a:pt x="49176" y="699167"/>
                  </a:lnTo>
                  <a:lnTo>
                    <a:pt x="64068" y="656602"/>
                  </a:lnTo>
                  <a:lnTo>
                    <a:pt x="80788" y="614899"/>
                  </a:lnTo>
                  <a:lnTo>
                    <a:pt x="99291" y="574107"/>
                  </a:lnTo>
                  <a:lnTo>
                    <a:pt x="119531" y="534278"/>
                  </a:lnTo>
                  <a:lnTo>
                    <a:pt x="141462" y="495463"/>
                  </a:lnTo>
                  <a:lnTo>
                    <a:pt x="165037" y="457713"/>
                  </a:lnTo>
                  <a:lnTo>
                    <a:pt x="190211" y="421079"/>
                  </a:lnTo>
                  <a:lnTo>
                    <a:pt x="216938" y="385612"/>
                  </a:lnTo>
                  <a:lnTo>
                    <a:pt x="245172" y="351364"/>
                  </a:lnTo>
                  <a:lnTo>
                    <a:pt x="274867" y="318384"/>
                  </a:lnTo>
                  <a:lnTo>
                    <a:pt x="305977" y="286725"/>
                  </a:lnTo>
                  <a:lnTo>
                    <a:pt x="338455" y="256437"/>
                  </a:lnTo>
                  <a:lnTo>
                    <a:pt x="372257" y="227571"/>
                  </a:lnTo>
                  <a:lnTo>
                    <a:pt x="407336" y="200179"/>
                  </a:lnTo>
                  <a:lnTo>
                    <a:pt x="443646" y="174312"/>
                  </a:lnTo>
                  <a:lnTo>
                    <a:pt x="481141" y="150020"/>
                  </a:lnTo>
                  <a:lnTo>
                    <a:pt x="519775" y="127354"/>
                  </a:lnTo>
                  <a:lnTo>
                    <a:pt x="559503" y="106366"/>
                  </a:lnTo>
                  <a:lnTo>
                    <a:pt x="600277" y="87107"/>
                  </a:lnTo>
                  <a:lnTo>
                    <a:pt x="642053" y="69627"/>
                  </a:lnTo>
                  <a:lnTo>
                    <a:pt x="684784" y="53979"/>
                  </a:lnTo>
                  <a:lnTo>
                    <a:pt x="728425" y="40212"/>
                  </a:lnTo>
                  <a:lnTo>
                    <a:pt x="772929" y="28378"/>
                  </a:lnTo>
                  <a:lnTo>
                    <a:pt x="818250" y="18528"/>
                  </a:lnTo>
                  <a:lnTo>
                    <a:pt x="864342" y="10713"/>
                  </a:lnTo>
                  <a:lnTo>
                    <a:pt x="911160" y="4984"/>
                  </a:lnTo>
                  <a:lnTo>
                    <a:pt x="958658" y="1392"/>
                  </a:lnTo>
                  <a:lnTo>
                    <a:pt x="1006270" y="0"/>
                  </a:lnTo>
                  <a:lnTo>
                    <a:pt x="1053431" y="803"/>
                  </a:lnTo>
                  <a:lnTo>
                    <a:pt x="1100088" y="3757"/>
                  </a:lnTo>
                  <a:lnTo>
                    <a:pt x="1146190" y="8816"/>
                  </a:lnTo>
                  <a:lnTo>
                    <a:pt x="1191687" y="15933"/>
                  </a:lnTo>
                  <a:lnTo>
                    <a:pt x="1236528" y="25063"/>
                  </a:lnTo>
                  <a:lnTo>
                    <a:pt x="1280660" y="36159"/>
                  </a:lnTo>
                  <a:lnTo>
                    <a:pt x="1324034" y="49176"/>
                  </a:lnTo>
                  <a:lnTo>
                    <a:pt x="1366599" y="64068"/>
                  </a:lnTo>
                  <a:lnTo>
                    <a:pt x="1408302" y="80788"/>
                  </a:lnTo>
                  <a:lnTo>
                    <a:pt x="1449094" y="99291"/>
                  </a:lnTo>
                  <a:lnTo>
                    <a:pt x="1488923" y="119531"/>
                  </a:lnTo>
                  <a:lnTo>
                    <a:pt x="1527738" y="141462"/>
                  </a:lnTo>
                  <a:lnTo>
                    <a:pt x="1565488" y="165037"/>
                  </a:lnTo>
                  <a:lnTo>
                    <a:pt x="1602122" y="190211"/>
                  </a:lnTo>
                  <a:lnTo>
                    <a:pt x="1637589" y="216938"/>
                  </a:lnTo>
                  <a:lnTo>
                    <a:pt x="1671838" y="245172"/>
                  </a:lnTo>
                  <a:lnTo>
                    <a:pt x="1704817" y="274867"/>
                  </a:lnTo>
                  <a:lnTo>
                    <a:pt x="1736476" y="305977"/>
                  </a:lnTo>
                  <a:lnTo>
                    <a:pt x="1766764" y="338455"/>
                  </a:lnTo>
                  <a:lnTo>
                    <a:pt x="1795630" y="372257"/>
                  </a:lnTo>
                  <a:lnTo>
                    <a:pt x="1823022" y="407336"/>
                  </a:lnTo>
                  <a:lnTo>
                    <a:pt x="1848889" y="443646"/>
                  </a:lnTo>
                  <a:lnTo>
                    <a:pt x="1873182" y="481141"/>
                  </a:lnTo>
                  <a:lnTo>
                    <a:pt x="1895847" y="519775"/>
                  </a:lnTo>
                  <a:lnTo>
                    <a:pt x="1916835" y="559503"/>
                  </a:lnTo>
                  <a:lnTo>
                    <a:pt x="1936094" y="600277"/>
                  </a:lnTo>
                  <a:lnTo>
                    <a:pt x="1953574" y="642053"/>
                  </a:lnTo>
                  <a:lnTo>
                    <a:pt x="1969222" y="684784"/>
                  </a:lnTo>
                  <a:lnTo>
                    <a:pt x="1982989" y="728425"/>
                  </a:lnTo>
                  <a:lnTo>
                    <a:pt x="1994823" y="772929"/>
                  </a:lnTo>
                  <a:lnTo>
                    <a:pt x="2004673" y="818250"/>
                  </a:lnTo>
                  <a:lnTo>
                    <a:pt x="2012488" y="864342"/>
                  </a:lnTo>
                  <a:lnTo>
                    <a:pt x="2018217" y="911160"/>
                  </a:lnTo>
                  <a:lnTo>
                    <a:pt x="2021809" y="958658"/>
                  </a:lnTo>
                  <a:lnTo>
                    <a:pt x="2024248" y="1012328"/>
                  </a:lnTo>
                  <a:lnTo>
                    <a:pt x="2025860" y="1065311"/>
                  </a:lnTo>
                  <a:lnTo>
                    <a:pt x="2026575" y="1117539"/>
                  </a:lnTo>
                  <a:lnTo>
                    <a:pt x="2026324" y="1168946"/>
                  </a:lnTo>
                  <a:lnTo>
                    <a:pt x="2025037" y="1219467"/>
                  </a:lnTo>
                  <a:lnTo>
                    <a:pt x="2022646" y="1269034"/>
                  </a:lnTo>
                  <a:lnTo>
                    <a:pt x="2019081" y="1317581"/>
                  </a:lnTo>
                  <a:lnTo>
                    <a:pt x="2014272" y="1365041"/>
                  </a:lnTo>
                  <a:lnTo>
                    <a:pt x="2008150" y="1411349"/>
                  </a:lnTo>
                  <a:lnTo>
                    <a:pt x="2000647" y="1456439"/>
                  </a:lnTo>
                  <a:lnTo>
                    <a:pt x="1991691" y="1500242"/>
                  </a:lnTo>
                  <a:lnTo>
                    <a:pt x="1981215" y="1542695"/>
                  </a:lnTo>
                  <a:lnTo>
                    <a:pt x="1969149" y="1583729"/>
                  </a:lnTo>
                  <a:lnTo>
                    <a:pt x="1955423" y="1623278"/>
                  </a:lnTo>
                  <a:lnTo>
                    <a:pt x="1939968" y="1661277"/>
                  </a:lnTo>
                  <a:lnTo>
                    <a:pt x="1922715" y="1697658"/>
                  </a:lnTo>
                  <a:lnTo>
                    <a:pt x="1903594" y="1732356"/>
                  </a:lnTo>
                  <a:lnTo>
                    <a:pt x="1882536" y="1765304"/>
                  </a:lnTo>
                  <a:lnTo>
                    <a:pt x="1859472" y="1796435"/>
                  </a:lnTo>
                  <a:lnTo>
                    <a:pt x="1834332" y="1825684"/>
                  </a:lnTo>
                  <a:lnTo>
                    <a:pt x="1807047" y="1852984"/>
                  </a:lnTo>
                  <a:lnTo>
                    <a:pt x="1777547" y="1878268"/>
                  </a:lnTo>
                  <a:lnTo>
                    <a:pt x="1745764" y="1901470"/>
                  </a:lnTo>
                  <a:lnTo>
                    <a:pt x="1711628" y="1922524"/>
                  </a:lnTo>
                  <a:lnTo>
                    <a:pt x="1675069" y="1941364"/>
                  </a:lnTo>
                  <a:lnTo>
                    <a:pt x="1636019" y="1957923"/>
                  </a:lnTo>
                  <a:lnTo>
                    <a:pt x="1594407" y="1972134"/>
                  </a:lnTo>
                  <a:lnTo>
                    <a:pt x="1550164" y="1983931"/>
                  </a:lnTo>
                  <a:lnTo>
                    <a:pt x="1503222" y="1993249"/>
                  </a:lnTo>
                  <a:lnTo>
                    <a:pt x="1453511" y="2000020"/>
                  </a:lnTo>
                  <a:lnTo>
                    <a:pt x="1400961" y="2004178"/>
                  </a:lnTo>
                  <a:close/>
                </a:path>
              </a:pathLst>
            </a:custGeom>
            <a:solidFill>
              <a:srgbClr val="73A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459517" y="2730744"/>
              <a:ext cx="15240" cy="290830"/>
            </a:xfrm>
            <a:custGeom>
              <a:avLst/>
              <a:gdLst/>
              <a:ahLst/>
              <a:cxnLst/>
              <a:rect l="l" t="t" r="r" b="b"/>
              <a:pathLst>
                <a:path w="15240" h="290830">
                  <a:moveTo>
                    <a:pt x="0" y="0"/>
                  </a:moveTo>
                  <a:lnTo>
                    <a:pt x="2381" y="45437"/>
                  </a:lnTo>
                  <a:lnTo>
                    <a:pt x="7620" y="145399"/>
                  </a:lnTo>
                  <a:lnTo>
                    <a:pt x="12858" y="245361"/>
                  </a:lnTo>
                  <a:lnTo>
                    <a:pt x="15240" y="290798"/>
                  </a:lnTo>
                </a:path>
              </a:pathLst>
            </a:custGeom>
            <a:ln w="40349">
              <a:solidFill>
                <a:srgbClr val="2500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425332" y="1806541"/>
              <a:ext cx="1948180" cy="1948180"/>
            </a:xfrm>
            <a:custGeom>
              <a:avLst/>
              <a:gdLst/>
              <a:ahLst/>
              <a:cxnLst/>
              <a:rect l="l" t="t" r="r" b="b"/>
              <a:pathLst>
                <a:path w="1948179" h="1948179">
                  <a:moveTo>
                    <a:pt x="1024909" y="1946523"/>
                  </a:moveTo>
                  <a:lnTo>
                    <a:pt x="976305" y="1947877"/>
                  </a:lnTo>
                  <a:lnTo>
                    <a:pt x="928194" y="1946855"/>
                  </a:lnTo>
                  <a:lnTo>
                    <a:pt x="880636" y="1943510"/>
                  </a:lnTo>
                  <a:lnTo>
                    <a:pt x="833687" y="1937895"/>
                  </a:lnTo>
                  <a:lnTo>
                    <a:pt x="787408" y="1930062"/>
                  </a:lnTo>
                  <a:lnTo>
                    <a:pt x="741857" y="1920066"/>
                  </a:lnTo>
                  <a:lnTo>
                    <a:pt x="697092" y="1907957"/>
                  </a:lnTo>
                  <a:lnTo>
                    <a:pt x="653172" y="1893790"/>
                  </a:lnTo>
                  <a:lnTo>
                    <a:pt x="610156" y="1877616"/>
                  </a:lnTo>
                  <a:lnTo>
                    <a:pt x="568102" y="1859489"/>
                  </a:lnTo>
                  <a:lnTo>
                    <a:pt x="527069" y="1839462"/>
                  </a:lnTo>
                  <a:lnTo>
                    <a:pt x="487116" y="1817587"/>
                  </a:lnTo>
                  <a:lnTo>
                    <a:pt x="448301" y="1793917"/>
                  </a:lnTo>
                  <a:lnTo>
                    <a:pt x="410683" y="1768505"/>
                  </a:lnTo>
                  <a:lnTo>
                    <a:pt x="374321" y="1741404"/>
                  </a:lnTo>
                  <a:lnTo>
                    <a:pt x="339273" y="1712666"/>
                  </a:lnTo>
                  <a:lnTo>
                    <a:pt x="305597" y="1682345"/>
                  </a:lnTo>
                  <a:lnTo>
                    <a:pt x="273353" y="1650493"/>
                  </a:lnTo>
                  <a:lnTo>
                    <a:pt x="242600" y="1617162"/>
                  </a:lnTo>
                  <a:lnTo>
                    <a:pt x="213395" y="1582407"/>
                  </a:lnTo>
                  <a:lnTo>
                    <a:pt x="185797" y="1546279"/>
                  </a:lnTo>
                  <a:lnTo>
                    <a:pt x="159866" y="1508831"/>
                  </a:lnTo>
                  <a:lnTo>
                    <a:pt x="135659" y="1470116"/>
                  </a:lnTo>
                  <a:lnTo>
                    <a:pt x="113236" y="1430188"/>
                  </a:lnTo>
                  <a:lnTo>
                    <a:pt x="92655" y="1389098"/>
                  </a:lnTo>
                  <a:lnTo>
                    <a:pt x="73974" y="1346899"/>
                  </a:lnTo>
                  <a:lnTo>
                    <a:pt x="57253" y="1303645"/>
                  </a:lnTo>
                  <a:lnTo>
                    <a:pt x="42549" y="1259389"/>
                  </a:lnTo>
                  <a:lnTo>
                    <a:pt x="29922" y="1214182"/>
                  </a:lnTo>
                  <a:lnTo>
                    <a:pt x="19431" y="1168077"/>
                  </a:lnTo>
                  <a:lnTo>
                    <a:pt x="11133" y="1121129"/>
                  </a:lnTo>
                  <a:lnTo>
                    <a:pt x="5087" y="1073388"/>
                  </a:lnTo>
                  <a:lnTo>
                    <a:pt x="1353" y="1024909"/>
                  </a:lnTo>
                  <a:lnTo>
                    <a:pt x="0" y="976305"/>
                  </a:lnTo>
                  <a:lnTo>
                    <a:pt x="1022" y="928194"/>
                  </a:lnTo>
                  <a:lnTo>
                    <a:pt x="4366" y="880636"/>
                  </a:lnTo>
                  <a:lnTo>
                    <a:pt x="9981" y="833687"/>
                  </a:lnTo>
                  <a:lnTo>
                    <a:pt x="17814" y="787408"/>
                  </a:lnTo>
                  <a:lnTo>
                    <a:pt x="27811" y="741857"/>
                  </a:lnTo>
                  <a:lnTo>
                    <a:pt x="39919" y="697092"/>
                  </a:lnTo>
                  <a:lnTo>
                    <a:pt x="54087" y="653172"/>
                  </a:lnTo>
                  <a:lnTo>
                    <a:pt x="70260" y="610156"/>
                  </a:lnTo>
                  <a:lnTo>
                    <a:pt x="88387" y="568102"/>
                  </a:lnTo>
                  <a:lnTo>
                    <a:pt x="108414" y="527069"/>
                  </a:lnTo>
                  <a:lnTo>
                    <a:pt x="130289" y="487116"/>
                  </a:lnTo>
                  <a:lnTo>
                    <a:pt x="153959" y="448301"/>
                  </a:lnTo>
                  <a:lnTo>
                    <a:pt x="179371" y="410683"/>
                  </a:lnTo>
                  <a:lnTo>
                    <a:pt x="206472" y="374321"/>
                  </a:lnTo>
                  <a:lnTo>
                    <a:pt x="235210" y="339273"/>
                  </a:lnTo>
                  <a:lnTo>
                    <a:pt x="265531" y="305597"/>
                  </a:lnTo>
                  <a:lnTo>
                    <a:pt x="297383" y="273353"/>
                  </a:lnTo>
                  <a:lnTo>
                    <a:pt x="330714" y="242600"/>
                  </a:lnTo>
                  <a:lnTo>
                    <a:pt x="365469" y="213395"/>
                  </a:lnTo>
                  <a:lnTo>
                    <a:pt x="401597" y="185797"/>
                  </a:lnTo>
                  <a:lnTo>
                    <a:pt x="439045" y="159866"/>
                  </a:lnTo>
                  <a:lnTo>
                    <a:pt x="477760" y="135659"/>
                  </a:lnTo>
                  <a:lnTo>
                    <a:pt x="517688" y="113236"/>
                  </a:lnTo>
                  <a:lnTo>
                    <a:pt x="558778" y="92655"/>
                  </a:lnTo>
                  <a:lnTo>
                    <a:pt x="600977" y="73974"/>
                  </a:lnTo>
                  <a:lnTo>
                    <a:pt x="644231" y="57253"/>
                  </a:lnTo>
                  <a:lnTo>
                    <a:pt x="688488" y="42549"/>
                  </a:lnTo>
                  <a:lnTo>
                    <a:pt x="733695" y="29922"/>
                  </a:lnTo>
                  <a:lnTo>
                    <a:pt x="779799" y="19431"/>
                  </a:lnTo>
                  <a:lnTo>
                    <a:pt x="826748" y="11133"/>
                  </a:lnTo>
                  <a:lnTo>
                    <a:pt x="874488" y="5087"/>
                  </a:lnTo>
                  <a:lnTo>
                    <a:pt x="922967" y="1353"/>
                  </a:lnTo>
                  <a:lnTo>
                    <a:pt x="971571" y="0"/>
                  </a:lnTo>
                  <a:lnTo>
                    <a:pt x="1019682" y="1022"/>
                  </a:lnTo>
                  <a:lnTo>
                    <a:pt x="1067241" y="4366"/>
                  </a:lnTo>
                  <a:lnTo>
                    <a:pt x="1114189" y="9981"/>
                  </a:lnTo>
                  <a:lnTo>
                    <a:pt x="1160468" y="17814"/>
                  </a:lnTo>
                  <a:lnTo>
                    <a:pt x="1206020" y="27811"/>
                  </a:lnTo>
                  <a:lnTo>
                    <a:pt x="1250785" y="39919"/>
                  </a:lnTo>
                  <a:lnTo>
                    <a:pt x="1294704" y="54087"/>
                  </a:lnTo>
                  <a:lnTo>
                    <a:pt x="1337721" y="70260"/>
                  </a:lnTo>
                  <a:lnTo>
                    <a:pt x="1379774" y="88387"/>
                  </a:lnTo>
                  <a:lnTo>
                    <a:pt x="1420807" y="108414"/>
                  </a:lnTo>
                  <a:lnTo>
                    <a:pt x="1460760" y="130289"/>
                  </a:lnTo>
                  <a:lnTo>
                    <a:pt x="1499575" y="153959"/>
                  </a:lnTo>
                  <a:lnTo>
                    <a:pt x="1537193" y="179371"/>
                  </a:lnTo>
                  <a:lnTo>
                    <a:pt x="1573556" y="206472"/>
                  </a:lnTo>
                  <a:lnTo>
                    <a:pt x="1608604" y="235210"/>
                  </a:lnTo>
                  <a:lnTo>
                    <a:pt x="1642279" y="265531"/>
                  </a:lnTo>
                  <a:lnTo>
                    <a:pt x="1674523" y="297383"/>
                  </a:lnTo>
                  <a:lnTo>
                    <a:pt x="1705276" y="330714"/>
                  </a:lnTo>
                  <a:lnTo>
                    <a:pt x="1734481" y="365469"/>
                  </a:lnTo>
                  <a:lnTo>
                    <a:pt x="1762079" y="401597"/>
                  </a:lnTo>
                  <a:lnTo>
                    <a:pt x="1788010" y="439045"/>
                  </a:lnTo>
                  <a:lnTo>
                    <a:pt x="1812217" y="477760"/>
                  </a:lnTo>
                  <a:lnTo>
                    <a:pt x="1834640" y="517688"/>
                  </a:lnTo>
                  <a:lnTo>
                    <a:pt x="1855221" y="558778"/>
                  </a:lnTo>
                  <a:lnTo>
                    <a:pt x="1873902" y="600977"/>
                  </a:lnTo>
                  <a:lnTo>
                    <a:pt x="1890623" y="644231"/>
                  </a:lnTo>
                  <a:lnTo>
                    <a:pt x="1905327" y="688488"/>
                  </a:lnTo>
                  <a:lnTo>
                    <a:pt x="1917954" y="733695"/>
                  </a:lnTo>
                  <a:lnTo>
                    <a:pt x="1928446" y="779799"/>
                  </a:lnTo>
                  <a:lnTo>
                    <a:pt x="1936743" y="826748"/>
                  </a:lnTo>
                  <a:lnTo>
                    <a:pt x="1942789" y="874488"/>
                  </a:lnTo>
                  <a:lnTo>
                    <a:pt x="1946523" y="922967"/>
                  </a:lnTo>
                  <a:lnTo>
                    <a:pt x="1947877" y="971571"/>
                  </a:lnTo>
                  <a:lnTo>
                    <a:pt x="1946855" y="1019682"/>
                  </a:lnTo>
                  <a:lnTo>
                    <a:pt x="1943510" y="1067241"/>
                  </a:lnTo>
                  <a:lnTo>
                    <a:pt x="1937895" y="1114189"/>
                  </a:lnTo>
                  <a:lnTo>
                    <a:pt x="1930062" y="1160468"/>
                  </a:lnTo>
                  <a:lnTo>
                    <a:pt x="1920066" y="1206020"/>
                  </a:lnTo>
                  <a:lnTo>
                    <a:pt x="1907957" y="1250785"/>
                  </a:lnTo>
                  <a:lnTo>
                    <a:pt x="1893790" y="1294704"/>
                  </a:lnTo>
                  <a:lnTo>
                    <a:pt x="1877616" y="1337721"/>
                  </a:lnTo>
                  <a:lnTo>
                    <a:pt x="1859489" y="1379774"/>
                  </a:lnTo>
                  <a:lnTo>
                    <a:pt x="1839462" y="1420807"/>
                  </a:lnTo>
                  <a:lnTo>
                    <a:pt x="1817587" y="1460760"/>
                  </a:lnTo>
                  <a:lnTo>
                    <a:pt x="1793917" y="1499575"/>
                  </a:lnTo>
                  <a:lnTo>
                    <a:pt x="1768505" y="1537193"/>
                  </a:lnTo>
                  <a:lnTo>
                    <a:pt x="1741404" y="1573556"/>
                  </a:lnTo>
                  <a:lnTo>
                    <a:pt x="1712666" y="1608604"/>
                  </a:lnTo>
                  <a:lnTo>
                    <a:pt x="1682345" y="1642279"/>
                  </a:lnTo>
                  <a:lnTo>
                    <a:pt x="1650493" y="1674523"/>
                  </a:lnTo>
                  <a:lnTo>
                    <a:pt x="1617162" y="1705276"/>
                  </a:lnTo>
                  <a:lnTo>
                    <a:pt x="1582407" y="1734481"/>
                  </a:lnTo>
                  <a:lnTo>
                    <a:pt x="1546279" y="1762079"/>
                  </a:lnTo>
                  <a:lnTo>
                    <a:pt x="1508831" y="1788010"/>
                  </a:lnTo>
                  <a:lnTo>
                    <a:pt x="1470116" y="1812217"/>
                  </a:lnTo>
                  <a:lnTo>
                    <a:pt x="1430188" y="1834640"/>
                  </a:lnTo>
                  <a:lnTo>
                    <a:pt x="1389098" y="1855221"/>
                  </a:lnTo>
                  <a:lnTo>
                    <a:pt x="1346899" y="1873902"/>
                  </a:lnTo>
                  <a:lnTo>
                    <a:pt x="1303645" y="1890623"/>
                  </a:lnTo>
                  <a:lnTo>
                    <a:pt x="1259389" y="1905327"/>
                  </a:lnTo>
                  <a:lnTo>
                    <a:pt x="1214182" y="1917954"/>
                  </a:lnTo>
                  <a:lnTo>
                    <a:pt x="1168077" y="1928446"/>
                  </a:lnTo>
                  <a:lnTo>
                    <a:pt x="1121129" y="1936743"/>
                  </a:lnTo>
                  <a:lnTo>
                    <a:pt x="1073388" y="1942789"/>
                  </a:lnTo>
                  <a:lnTo>
                    <a:pt x="1024909" y="1946523"/>
                  </a:lnTo>
                  <a:close/>
                </a:path>
              </a:pathLst>
            </a:custGeom>
            <a:solidFill>
              <a:srgbClr val="2500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427013" y="2837714"/>
              <a:ext cx="497205" cy="852805"/>
            </a:xfrm>
            <a:custGeom>
              <a:avLst/>
              <a:gdLst/>
              <a:ahLst/>
              <a:cxnLst/>
              <a:rect l="l" t="t" r="r" b="b"/>
              <a:pathLst>
                <a:path w="497204" h="852804">
                  <a:moveTo>
                    <a:pt x="497185" y="852395"/>
                  </a:moveTo>
                  <a:lnTo>
                    <a:pt x="443030" y="833014"/>
                  </a:lnTo>
                  <a:lnTo>
                    <a:pt x="391355" y="811442"/>
                  </a:lnTo>
                  <a:lnTo>
                    <a:pt x="342321" y="787768"/>
                  </a:lnTo>
                  <a:lnTo>
                    <a:pt x="296094" y="762082"/>
                  </a:lnTo>
                  <a:lnTo>
                    <a:pt x="252836" y="734472"/>
                  </a:lnTo>
                  <a:lnTo>
                    <a:pt x="212710" y="705028"/>
                  </a:lnTo>
                  <a:lnTo>
                    <a:pt x="175880" y="673839"/>
                  </a:lnTo>
                  <a:lnTo>
                    <a:pt x="142510" y="640994"/>
                  </a:lnTo>
                  <a:lnTo>
                    <a:pt x="112763" y="606583"/>
                  </a:lnTo>
                  <a:lnTo>
                    <a:pt x="86801" y="570694"/>
                  </a:lnTo>
                  <a:lnTo>
                    <a:pt x="64789" y="533417"/>
                  </a:lnTo>
                  <a:lnTo>
                    <a:pt x="46891" y="494841"/>
                  </a:lnTo>
                  <a:lnTo>
                    <a:pt x="33268" y="455055"/>
                  </a:lnTo>
                  <a:lnTo>
                    <a:pt x="24086" y="414148"/>
                  </a:lnTo>
                  <a:lnTo>
                    <a:pt x="19506" y="372210"/>
                  </a:lnTo>
                  <a:lnTo>
                    <a:pt x="0" y="0"/>
                  </a:lnTo>
                  <a:lnTo>
                    <a:pt x="5660" y="48105"/>
                  </a:lnTo>
                  <a:lnTo>
                    <a:pt x="17368" y="94826"/>
                  </a:lnTo>
                  <a:lnTo>
                    <a:pt x="34875" y="140031"/>
                  </a:lnTo>
                  <a:lnTo>
                    <a:pt x="57934" y="183588"/>
                  </a:lnTo>
                  <a:lnTo>
                    <a:pt x="80896" y="218114"/>
                  </a:lnTo>
                  <a:lnTo>
                    <a:pt x="107311" y="251354"/>
                  </a:lnTo>
                  <a:lnTo>
                    <a:pt x="137042" y="283232"/>
                  </a:lnTo>
                  <a:lnTo>
                    <a:pt x="169950" y="313672"/>
                  </a:lnTo>
                  <a:lnTo>
                    <a:pt x="205898" y="342601"/>
                  </a:lnTo>
                  <a:lnTo>
                    <a:pt x="244746" y="369941"/>
                  </a:lnTo>
                  <a:lnTo>
                    <a:pt x="286359" y="395618"/>
                  </a:lnTo>
                  <a:lnTo>
                    <a:pt x="330596" y="419556"/>
                  </a:lnTo>
                  <a:lnTo>
                    <a:pt x="377320" y="441680"/>
                  </a:lnTo>
                  <a:lnTo>
                    <a:pt x="426394" y="461915"/>
                  </a:lnTo>
                  <a:lnTo>
                    <a:pt x="477678" y="480184"/>
                  </a:lnTo>
                  <a:lnTo>
                    <a:pt x="497185" y="852395"/>
                  </a:lnTo>
                  <a:close/>
                </a:path>
              </a:pathLst>
            </a:custGeom>
            <a:solidFill>
              <a:srgbClr val="79FF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781602" y="2267812"/>
              <a:ext cx="1676400" cy="1701800"/>
            </a:xfrm>
            <a:custGeom>
              <a:avLst/>
              <a:gdLst/>
              <a:ahLst/>
              <a:cxnLst/>
              <a:rect l="l" t="t" r="r" b="b"/>
              <a:pathLst>
                <a:path w="1676400" h="1701800">
                  <a:moveTo>
                    <a:pt x="1676146" y="848855"/>
                  </a:moveTo>
                  <a:lnTo>
                    <a:pt x="1636979" y="101536"/>
                  </a:lnTo>
                  <a:lnTo>
                    <a:pt x="1437728" y="0"/>
                  </a:lnTo>
                  <a:lnTo>
                    <a:pt x="124879" y="852589"/>
                  </a:lnTo>
                  <a:lnTo>
                    <a:pt x="132829" y="1004379"/>
                  </a:lnTo>
                  <a:lnTo>
                    <a:pt x="0" y="936701"/>
                  </a:lnTo>
                  <a:lnTo>
                    <a:pt x="25349" y="1420558"/>
                  </a:lnTo>
                  <a:lnTo>
                    <a:pt x="158178" y="1488249"/>
                  </a:lnTo>
                  <a:lnTo>
                    <a:pt x="164033" y="1599907"/>
                  </a:lnTo>
                  <a:lnTo>
                    <a:pt x="363296" y="1701431"/>
                  </a:lnTo>
                  <a:lnTo>
                    <a:pt x="1676146" y="848855"/>
                  </a:lnTo>
                  <a:close/>
                </a:path>
              </a:pathLst>
            </a:custGeom>
            <a:solidFill>
              <a:srgbClr val="CFB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176055" y="2477395"/>
              <a:ext cx="1808997" cy="168544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492377" y="4773209"/>
              <a:ext cx="1515660" cy="179552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492377" y="5064445"/>
              <a:ext cx="1010919" cy="1504315"/>
            </a:xfrm>
            <a:custGeom>
              <a:avLst/>
              <a:gdLst/>
              <a:ahLst/>
              <a:cxnLst/>
              <a:rect l="l" t="t" r="r" b="b"/>
              <a:pathLst>
                <a:path w="1010920" h="1504315">
                  <a:moveTo>
                    <a:pt x="1010228" y="1504286"/>
                  </a:moveTo>
                  <a:lnTo>
                    <a:pt x="0" y="921026"/>
                  </a:lnTo>
                  <a:lnTo>
                    <a:pt x="0" y="337351"/>
                  </a:lnTo>
                  <a:lnTo>
                    <a:pt x="2845" y="292636"/>
                  </a:lnTo>
                  <a:lnTo>
                    <a:pt x="11108" y="250178"/>
                  </a:lnTo>
                  <a:lnTo>
                    <a:pt x="24376" y="210214"/>
                  </a:lnTo>
                  <a:lnTo>
                    <a:pt x="42238" y="172981"/>
                  </a:lnTo>
                  <a:lnTo>
                    <a:pt x="64282" y="138718"/>
                  </a:lnTo>
                  <a:lnTo>
                    <a:pt x="90098" y="107661"/>
                  </a:lnTo>
                  <a:lnTo>
                    <a:pt x="119274" y="80048"/>
                  </a:lnTo>
                  <a:lnTo>
                    <a:pt x="151398" y="56116"/>
                  </a:lnTo>
                  <a:lnTo>
                    <a:pt x="186060" y="36104"/>
                  </a:lnTo>
                  <a:lnTo>
                    <a:pt x="222847" y="20249"/>
                  </a:lnTo>
                  <a:lnTo>
                    <a:pt x="261348" y="8788"/>
                  </a:lnTo>
                  <a:lnTo>
                    <a:pt x="301152" y="1959"/>
                  </a:lnTo>
                  <a:lnTo>
                    <a:pt x="341848" y="0"/>
                  </a:lnTo>
                  <a:lnTo>
                    <a:pt x="383023" y="3147"/>
                  </a:lnTo>
                  <a:lnTo>
                    <a:pt x="424267" y="11639"/>
                  </a:lnTo>
                  <a:lnTo>
                    <a:pt x="465169" y="25712"/>
                  </a:lnTo>
                  <a:lnTo>
                    <a:pt x="505316" y="45606"/>
                  </a:lnTo>
                  <a:lnTo>
                    <a:pt x="547203" y="71160"/>
                  </a:lnTo>
                  <a:lnTo>
                    <a:pt x="587560" y="98542"/>
                  </a:lnTo>
                  <a:lnTo>
                    <a:pt x="626346" y="127681"/>
                  </a:lnTo>
                  <a:lnTo>
                    <a:pt x="663520" y="158506"/>
                  </a:lnTo>
                  <a:lnTo>
                    <a:pt x="699042" y="190946"/>
                  </a:lnTo>
                  <a:lnTo>
                    <a:pt x="732871" y="224930"/>
                  </a:lnTo>
                  <a:lnTo>
                    <a:pt x="764965" y="260388"/>
                  </a:lnTo>
                  <a:lnTo>
                    <a:pt x="795283" y="297248"/>
                  </a:lnTo>
                  <a:lnTo>
                    <a:pt x="823786" y="335439"/>
                  </a:lnTo>
                  <a:lnTo>
                    <a:pt x="850431" y="374891"/>
                  </a:lnTo>
                  <a:lnTo>
                    <a:pt x="875179" y="415534"/>
                  </a:lnTo>
                  <a:lnTo>
                    <a:pt x="897987" y="457295"/>
                  </a:lnTo>
                  <a:lnTo>
                    <a:pt x="918816" y="500104"/>
                  </a:lnTo>
                  <a:lnTo>
                    <a:pt x="937624" y="543890"/>
                  </a:lnTo>
                  <a:lnTo>
                    <a:pt x="954370" y="588583"/>
                  </a:lnTo>
                  <a:lnTo>
                    <a:pt x="969014" y="634112"/>
                  </a:lnTo>
                  <a:lnTo>
                    <a:pt x="981515" y="680405"/>
                  </a:lnTo>
                  <a:lnTo>
                    <a:pt x="991831" y="727392"/>
                  </a:lnTo>
                  <a:lnTo>
                    <a:pt x="999922" y="775001"/>
                  </a:lnTo>
                  <a:lnTo>
                    <a:pt x="1005747" y="823163"/>
                  </a:lnTo>
                  <a:lnTo>
                    <a:pt x="1009266" y="871806"/>
                  </a:lnTo>
                  <a:lnTo>
                    <a:pt x="1010436" y="920859"/>
                  </a:lnTo>
                  <a:lnTo>
                    <a:pt x="1010228" y="1504286"/>
                  </a:lnTo>
                  <a:close/>
                </a:path>
              </a:pathLst>
            </a:custGeom>
            <a:solidFill>
              <a:srgbClr val="73A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029629" y="6277009"/>
              <a:ext cx="1010643" cy="175061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3029835" y="5693634"/>
              <a:ext cx="2021205" cy="1167130"/>
            </a:xfrm>
            <a:custGeom>
              <a:avLst/>
              <a:gdLst/>
              <a:ahLst/>
              <a:cxnLst/>
              <a:rect l="l" t="t" r="r" b="b"/>
              <a:pathLst>
                <a:path w="2021205" h="1167129">
                  <a:moveTo>
                    <a:pt x="1010436" y="1166992"/>
                  </a:moveTo>
                  <a:lnTo>
                    <a:pt x="0" y="583375"/>
                  </a:lnTo>
                  <a:lnTo>
                    <a:pt x="1010436" y="0"/>
                  </a:lnTo>
                  <a:lnTo>
                    <a:pt x="2021080" y="583496"/>
                  </a:lnTo>
                  <a:lnTo>
                    <a:pt x="1010436" y="1166992"/>
                  </a:lnTo>
                  <a:close/>
                </a:path>
              </a:pathLst>
            </a:custGeom>
            <a:solidFill>
              <a:srgbClr val="79FF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040273" y="6277130"/>
              <a:ext cx="1010643" cy="1750483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691663" y="4791554"/>
              <a:ext cx="1750426" cy="175042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4545588" y="4101333"/>
              <a:ext cx="1010643" cy="875184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4545588" y="3809581"/>
              <a:ext cx="1010919" cy="292100"/>
            </a:xfrm>
            <a:custGeom>
              <a:avLst/>
              <a:gdLst/>
              <a:ahLst/>
              <a:cxnLst/>
              <a:rect l="l" t="t" r="r" b="b"/>
              <a:pathLst>
                <a:path w="1010919" h="292100">
                  <a:moveTo>
                    <a:pt x="1010643" y="291751"/>
                  </a:moveTo>
                  <a:lnTo>
                    <a:pt x="0" y="291751"/>
                  </a:lnTo>
                  <a:lnTo>
                    <a:pt x="505321" y="0"/>
                  </a:lnTo>
                  <a:lnTo>
                    <a:pt x="1010643" y="291751"/>
                  </a:lnTo>
                  <a:close/>
                </a:path>
              </a:pathLst>
            </a:custGeom>
            <a:solidFill>
              <a:srgbClr val="79FF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3034863" y="3359746"/>
              <a:ext cx="1011001" cy="2333801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28700" y="6081706"/>
              <a:ext cx="7477124" cy="2028824"/>
            </a:xfrm>
            <a:prstGeom prst="rect">
              <a:avLst/>
            </a:prstGeom>
          </p:spPr>
        </p:pic>
      </p:grpSp>
      <p:sp>
        <p:nvSpPr>
          <p:cNvPr id="24" name="object 24"/>
          <p:cNvSpPr txBox="1">
            <a:spLocks noGrp="1"/>
          </p:cNvSpPr>
          <p:nvPr>
            <p:ph type="title"/>
          </p:nvPr>
        </p:nvSpPr>
        <p:spPr>
          <a:xfrm>
            <a:off x="1016000" y="898528"/>
            <a:ext cx="3139440" cy="8610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450" spc="-375" dirty="0"/>
              <a:t>The</a:t>
            </a:r>
            <a:r>
              <a:rPr sz="5450" spc="15" dirty="0"/>
              <a:t> </a:t>
            </a:r>
            <a:r>
              <a:rPr sz="5450" spc="-305" dirty="0"/>
              <a:t>Robot</a:t>
            </a:r>
            <a:endParaRPr sz="5450"/>
          </a:p>
        </p:txBody>
      </p:sp>
      <p:grpSp>
        <p:nvGrpSpPr>
          <p:cNvPr id="25" name="object 25"/>
          <p:cNvGrpSpPr/>
          <p:nvPr/>
        </p:nvGrpSpPr>
        <p:grpSpPr>
          <a:xfrm>
            <a:off x="1419224" y="2636310"/>
            <a:ext cx="114300" cy="1800225"/>
            <a:chOff x="1419224" y="2636310"/>
            <a:chExt cx="114300" cy="1800225"/>
          </a:xfrm>
        </p:grpSpPr>
        <p:pic>
          <p:nvPicPr>
            <p:cNvPr id="26" name="object 2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419224" y="2636310"/>
              <a:ext cx="114300" cy="114299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419224" y="3198285"/>
              <a:ext cx="114300" cy="11429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419224" y="4322235"/>
              <a:ext cx="114300" cy="114299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1701055" y="2313685"/>
            <a:ext cx="5983605" cy="2767424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3150" spc="-2270" dirty="0">
                <a:solidFill>
                  <a:schemeClr val="bg1"/>
                </a:solidFill>
                <a:latin typeface="Lucida Sans Unicode"/>
                <a:cs typeface="Lucida Sans Unicode"/>
              </a:rPr>
              <a:t>H</a:t>
            </a:r>
            <a:r>
              <a:rPr sz="4725" spc="-487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H</a:t>
            </a:r>
            <a:r>
              <a:rPr sz="3150" spc="-1730" dirty="0">
                <a:solidFill>
                  <a:schemeClr val="bg1"/>
                </a:solidFill>
                <a:latin typeface="Lucida Sans Unicode"/>
                <a:cs typeface="Lucida Sans Unicode"/>
              </a:rPr>
              <a:t>a</a:t>
            </a:r>
            <a:r>
              <a:rPr sz="4725" spc="-412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a</a:t>
            </a:r>
            <a:r>
              <a:rPr sz="3150" spc="-1605" dirty="0">
                <a:solidFill>
                  <a:schemeClr val="bg1"/>
                </a:solidFill>
                <a:latin typeface="Lucida Sans Unicode"/>
                <a:cs typeface="Lucida Sans Unicode"/>
              </a:rPr>
              <a:t>s</a:t>
            </a:r>
            <a:r>
              <a:rPr sz="4725" spc="-179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s</a:t>
            </a:r>
            <a:r>
              <a:rPr sz="4725" spc="-330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 </a:t>
            </a:r>
            <a:r>
              <a:rPr sz="3150" spc="-1655" dirty="0">
                <a:solidFill>
                  <a:schemeClr val="bg1"/>
                </a:solidFill>
                <a:latin typeface="Lucida Sans Unicode"/>
                <a:cs typeface="Lucida Sans Unicode"/>
              </a:rPr>
              <a:t>a</a:t>
            </a:r>
            <a:r>
              <a:rPr sz="4725" spc="-67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a</a:t>
            </a:r>
            <a:r>
              <a:rPr sz="4725" spc="-337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 </a:t>
            </a:r>
            <a:r>
              <a:rPr sz="3150" spc="-1789" dirty="0">
                <a:solidFill>
                  <a:schemeClr val="bg1"/>
                </a:solidFill>
                <a:latin typeface="Lucida Sans Unicode"/>
                <a:cs typeface="Lucida Sans Unicode"/>
              </a:rPr>
              <a:t>p</a:t>
            </a:r>
            <a:r>
              <a:rPr sz="4725" spc="-187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p</a:t>
            </a:r>
            <a:r>
              <a:rPr sz="3150" spc="-1745" dirty="0">
                <a:solidFill>
                  <a:schemeClr val="bg1"/>
                </a:solidFill>
                <a:latin typeface="Lucida Sans Unicode"/>
                <a:cs typeface="Lucida Sans Unicode"/>
              </a:rPr>
              <a:t>o</a:t>
            </a:r>
            <a:r>
              <a:rPr sz="4725" spc="-187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o</a:t>
            </a:r>
            <a:r>
              <a:rPr sz="3150" spc="-1435" dirty="0">
                <a:solidFill>
                  <a:schemeClr val="bg1"/>
                </a:solidFill>
                <a:latin typeface="Lucida Sans Unicode"/>
                <a:cs typeface="Lucida Sans Unicode"/>
              </a:rPr>
              <a:t>s</a:t>
            </a:r>
            <a:r>
              <a:rPr sz="4725" spc="-142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s</a:t>
            </a:r>
            <a:r>
              <a:rPr sz="3150" spc="-790" dirty="0">
                <a:solidFill>
                  <a:schemeClr val="bg1"/>
                </a:solidFill>
                <a:latin typeface="Lucida Sans Unicode"/>
                <a:cs typeface="Lucida Sans Unicode"/>
              </a:rPr>
              <a:t>i</a:t>
            </a:r>
            <a:r>
              <a:rPr sz="4725" spc="-44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i</a:t>
            </a:r>
            <a:r>
              <a:rPr sz="3150" spc="-1035" dirty="0">
                <a:solidFill>
                  <a:schemeClr val="bg1"/>
                </a:solidFill>
                <a:latin typeface="Lucida Sans Unicode"/>
                <a:cs typeface="Lucida Sans Unicode"/>
              </a:rPr>
              <a:t>t</a:t>
            </a:r>
            <a:r>
              <a:rPr sz="4725" spc="-82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t</a:t>
            </a:r>
            <a:r>
              <a:rPr sz="3150" spc="-790" dirty="0">
                <a:solidFill>
                  <a:schemeClr val="bg1"/>
                </a:solidFill>
                <a:latin typeface="Lucida Sans Unicode"/>
                <a:cs typeface="Lucida Sans Unicode"/>
              </a:rPr>
              <a:t>i</a:t>
            </a:r>
            <a:r>
              <a:rPr sz="4725" spc="-44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i</a:t>
            </a:r>
            <a:r>
              <a:rPr sz="3150" spc="-1745" dirty="0">
                <a:solidFill>
                  <a:schemeClr val="bg1"/>
                </a:solidFill>
                <a:latin typeface="Lucida Sans Unicode"/>
                <a:cs typeface="Lucida Sans Unicode"/>
              </a:rPr>
              <a:t>o</a:t>
            </a:r>
            <a:r>
              <a:rPr sz="4725" spc="-187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o</a:t>
            </a:r>
            <a:r>
              <a:rPr sz="3150" spc="-1745" dirty="0">
                <a:solidFill>
                  <a:schemeClr val="bg1"/>
                </a:solidFill>
                <a:latin typeface="Lucida Sans Unicode"/>
                <a:cs typeface="Lucida Sans Unicode"/>
              </a:rPr>
              <a:t>n</a:t>
            </a:r>
            <a:r>
              <a:rPr sz="4725" spc="75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n</a:t>
            </a:r>
            <a:r>
              <a:rPr sz="4725" spc="-330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 </a:t>
            </a:r>
            <a:r>
              <a:rPr sz="3150" spc="-775" dirty="0">
                <a:solidFill>
                  <a:schemeClr val="bg1"/>
                </a:solidFill>
                <a:latin typeface="Lucida Sans Unicode"/>
                <a:cs typeface="Lucida Sans Unicode"/>
              </a:rPr>
              <a:t>(</a:t>
            </a:r>
            <a:r>
              <a:rPr sz="4725" spc="120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(</a:t>
            </a:r>
            <a:r>
              <a:rPr sz="3150" spc="-1625" dirty="0">
                <a:solidFill>
                  <a:schemeClr val="bg1"/>
                </a:solidFill>
                <a:latin typeface="Lucida Sans Unicode"/>
                <a:cs typeface="Lucida Sans Unicode"/>
              </a:rPr>
              <a:t>x</a:t>
            </a:r>
            <a:r>
              <a:rPr sz="4725" spc="-7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x</a:t>
            </a:r>
            <a:r>
              <a:rPr sz="3150" spc="-750" dirty="0">
                <a:solidFill>
                  <a:schemeClr val="bg1"/>
                </a:solidFill>
                <a:latin typeface="Lucida Sans Unicode"/>
                <a:cs typeface="Lucida Sans Unicode"/>
              </a:rPr>
              <a:t>,</a:t>
            </a:r>
            <a:r>
              <a:rPr sz="4725" spc="254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,</a:t>
            </a:r>
            <a:r>
              <a:rPr sz="4725" spc="-337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 </a:t>
            </a:r>
            <a:r>
              <a:rPr sz="3150" spc="-1370" dirty="0" err="1" smtClean="0">
                <a:solidFill>
                  <a:schemeClr val="bg1"/>
                </a:solidFill>
                <a:latin typeface="Lucida Sans Unicode"/>
                <a:cs typeface="Lucida Sans Unicode"/>
              </a:rPr>
              <a:t>y</a:t>
            </a:r>
            <a:r>
              <a:rPr sz="4725" spc="15" baseline="-2645" dirty="0" err="1" smtClean="0">
                <a:solidFill>
                  <a:schemeClr val="bg1"/>
                </a:solidFill>
                <a:latin typeface="Lucida Sans Unicode"/>
                <a:cs typeface="Lucida Sans Unicode"/>
              </a:rPr>
              <a:t>y</a:t>
            </a:r>
            <a:r>
              <a:rPr lang="en-US" sz="4725" b="1" spc="15" baseline="-2645" dirty="0" smtClean="0">
                <a:solidFill>
                  <a:schemeClr val="bg1"/>
                </a:solidFill>
                <a:latin typeface="Lucida Sans Unicode"/>
                <a:cs typeface="Lucida Sans Unicode"/>
              </a:rPr>
              <a:t>)</a:t>
            </a: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3150" spc="-2270" dirty="0" err="1" smtClean="0">
                <a:solidFill>
                  <a:schemeClr val="bg1"/>
                </a:solidFill>
                <a:latin typeface="Lucida Sans Unicode"/>
                <a:cs typeface="Lucida Sans Unicode"/>
              </a:rPr>
              <a:t>H</a:t>
            </a:r>
            <a:r>
              <a:rPr sz="4725" spc="-487" baseline="-2645" dirty="0" err="1" smtClean="0">
                <a:solidFill>
                  <a:schemeClr val="bg1"/>
                </a:solidFill>
                <a:latin typeface="Lucida Sans Unicode"/>
                <a:cs typeface="Lucida Sans Unicode"/>
              </a:rPr>
              <a:t>H</a:t>
            </a:r>
            <a:r>
              <a:rPr sz="3150" spc="-1730" dirty="0" err="1" smtClean="0">
                <a:solidFill>
                  <a:schemeClr val="bg1"/>
                </a:solidFill>
                <a:latin typeface="Lucida Sans Unicode"/>
                <a:cs typeface="Lucida Sans Unicode"/>
              </a:rPr>
              <a:t>a</a:t>
            </a:r>
            <a:r>
              <a:rPr sz="4725" spc="-412" baseline="-2645" dirty="0" err="1" smtClean="0">
                <a:solidFill>
                  <a:schemeClr val="bg1"/>
                </a:solidFill>
                <a:latin typeface="Lucida Sans Unicode"/>
                <a:cs typeface="Lucida Sans Unicode"/>
              </a:rPr>
              <a:t>a</a:t>
            </a:r>
            <a:r>
              <a:rPr sz="3150" spc="-1605" dirty="0" err="1" smtClean="0">
                <a:solidFill>
                  <a:schemeClr val="bg1"/>
                </a:solidFill>
                <a:latin typeface="Lucida Sans Unicode"/>
                <a:cs typeface="Lucida Sans Unicode"/>
              </a:rPr>
              <a:t>s</a:t>
            </a:r>
            <a:r>
              <a:rPr sz="4725" spc="-179" baseline="-2645" dirty="0" err="1" smtClean="0">
                <a:solidFill>
                  <a:schemeClr val="bg1"/>
                </a:solidFill>
                <a:latin typeface="Lucida Sans Unicode"/>
                <a:cs typeface="Lucida Sans Unicode"/>
              </a:rPr>
              <a:t>s</a:t>
            </a:r>
            <a:r>
              <a:rPr sz="4725" spc="-330" baseline="-2645" dirty="0" smtClean="0">
                <a:solidFill>
                  <a:schemeClr val="bg1"/>
                </a:solidFill>
                <a:latin typeface="Lucida Sans Unicode"/>
                <a:cs typeface="Lucida Sans Unicode"/>
              </a:rPr>
              <a:t> </a:t>
            </a:r>
            <a:r>
              <a:rPr sz="3150" spc="-1655" dirty="0">
                <a:solidFill>
                  <a:schemeClr val="bg1"/>
                </a:solidFill>
                <a:latin typeface="Lucida Sans Unicode"/>
                <a:cs typeface="Lucida Sans Unicode"/>
              </a:rPr>
              <a:t>a</a:t>
            </a:r>
            <a:r>
              <a:rPr sz="4725" spc="-67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a</a:t>
            </a:r>
            <a:r>
              <a:rPr sz="4725" spc="-322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 </a:t>
            </a:r>
            <a:r>
              <a:rPr sz="3150" spc="-1764" dirty="0">
                <a:solidFill>
                  <a:schemeClr val="bg1"/>
                </a:solidFill>
                <a:latin typeface="Lucida Sans Unicode"/>
                <a:cs typeface="Lucida Sans Unicode"/>
              </a:rPr>
              <a:t>d</a:t>
            </a:r>
            <a:r>
              <a:rPr sz="4725" spc="-150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d</a:t>
            </a:r>
            <a:r>
              <a:rPr sz="3150" spc="-765" dirty="0">
                <a:solidFill>
                  <a:schemeClr val="bg1"/>
                </a:solidFill>
                <a:latin typeface="Lucida Sans Unicode"/>
                <a:cs typeface="Lucida Sans Unicode"/>
              </a:rPr>
              <a:t>i</a:t>
            </a:r>
            <a:r>
              <a:rPr sz="4725" spc="-7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i</a:t>
            </a:r>
            <a:r>
              <a:rPr sz="3150" spc="-1110" dirty="0">
                <a:solidFill>
                  <a:schemeClr val="bg1"/>
                </a:solidFill>
                <a:latin typeface="Lucida Sans Unicode"/>
                <a:cs typeface="Lucida Sans Unicode"/>
              </a:rPr>
              <a:t>r</a:t>
            </a:r>
            <a:r>
              <a:rPr sz="4725" spc="-60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r</a:t>
            </a:r>
            <a:r>
              <a:rPr sz="3150" spc="-1535" dirty="0">
                <a:solidFill>
                  <a:schemeClr val="bg1"/>
                </a:solidFill>
                <a:latin typeface="Lucida Sans Unicode"/>
                <a:cs typeface="Lucida Sans Unicode"/>
              </a:rPr>
              <a:t>e</a:t>
            </a:r>
            <a:r>
              <a:rPr sz="4725" spc="-120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e</a:t>
            </a:r>
            <a:r>
              <a:rPr sz="3150" spc="-1410" dirty="0">
                <a:solidFill>
                  <a:schemeClr val="bg1"/>
                </a:solidFill>
                <a:latin typeface="Lucida Sans Unicode"/>
                <a:cs typeface="Lucida Sans Unicode"/>
              </a:rPr>
              <a:t>c</a:t>
            </a:r>
            <a:r>
              <a:rPr sz="4725" spc="-104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c</a:t>
            </a:r>
            <a:r>
              <a:rPr sz="3150" spc="-1010" dirty="0">
                <a:solidFill>
                  <a:schemeClr val="bg1"/>
                </a:solidFill>
                <a:latin typeface="Lucida Sans Unicode"/>
                <a:cs typeface="Lucida Sans Unicode"/>
              </a:rPr>
              <a:t>t</a:t>
            </a:r>
            <a:r>
              <a:rPr sz="4725" spc="-44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t</a:t>
            </a:r>
            <a:r>
              <a:rPr sz="3150" spc="-765" dirty="0">
                <a:solidFill>
                  <a:schemeClr val="bg1"/>
                </a:solidFill>
                <a:latin typeface="Lucida Sans Unicode"/>
                <a:cs typeface="Lucida Sans Unicode"/>
              </a:rPr>
              <a:t>i</a:t>
            </a:r>
            <a:r>
              <a:rPr sz="4725" spc="-7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i</a:t>
            </a:r>
            <a:r>
              <a:rPr sz="3150" spc="-1720" dirty="0">
                <a:solidFill>
                  <a:schemeClr val="bg1"/>
                </a:solidFill>
                <a:latin typeface="Lucida Sans Unicode"/>
                <a:cs typeface="Lucida Sans Unicode"/>
              </a:rPr>
              <a:t>o</a:t>
            </a:r>
            <a:r>
              <a:rPr sz="4725" spc="-150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o</a:t>
            </a:r>
            <a:r>
              <a:rPr sz="3150" spc="-1720" dirty="0">
                <a:solidFill>
                  <a:schemeClr val="bg1"/>
                </a:solidFill>
                <a:latin typeface="Lucida Sans Unicode"/>
                <a:cs typeface="Lucida Sans Unicode"/>
              </a:rPr>
              <a:t>n</a:t>
            </a:r>
            <a:r>
              <a:rPr sz="4725" spc="112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n</a:t>
            </a:r>
            <a:r>
              <a:rPr sz="4725" spc="-315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 </a:t>
            </a:r>
            <a:r>
              <a:rPr sz="3150" spc="-1055" dirty="0">
                <a:solidFill>
                  <a:schemeClr val="bg1"/>
                </a:solidFill>
                <a:latin typeface="Lucida Sans Unicode"/>
                <a:cs typeface="Lucida Sans Unicode"/>
              </a:rPr>
              <a:t>(</a:t>
            </a:r>
            <a:r>
              <a:rPr sz="4725" spc="-300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(</a:t>
            </a:r>
            <a:r>
              <a:rPr sz="3150" spc="-2260" dirty="0">
                <a:solidFill>
                  <a:schemeClr val="bg1"/>
                </a:solidFill>
                <a:latin typeface="Lucida Sans Unicode"/>
                <a:cs typeface="Lucida Sans Unicode"/>
              </a:rPr>
              <a:t>N</a:t>
            </a:r>
            <a:r>
              <a:rPr sz="4725" spc="-472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N</a:t>
            </a:r>
            <a:r>
              <a:rPr sz="3150" spc="-2390" dirty="0">
                <a:solidFill>
                  <a:schemeClr val="bg1"/>
                </a:solidFill>
                <a:latin typeface="Lucida Sans Unicode"/>
                <a:cs typeface="Lucida Sans Unicode"/>
              </a:rPr>
              <a:t>O</a:t>
            </a:r>
            <a:r>
              <a:rPr sz="4725" spc="-494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O</a:t>
            </a:r>
            <a:r>
              <a:rPr sz="3150" spc="-1950" dirty="0">
                <a:solidFill>
                  <a:schemeClr val="bg1"/>
                </a:solidFill>
                <a:latin typeface="Lucida Sans Unicode"/>
                <a:cs typeface="Lucida Sans Unicode"/>
              </a:rPr>
              <a:t>R</a:t>
            </a:r>
            <a:r>
              <a:rPr sz="4725" spc="-427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R</a:t>
            </a:r>
            <a:r>
              <a:rPr sz="3150" spc="-1950" dirty="0">
                <a:solidFill>
                  <a:schemeClr val="bg1"/>
                </a:solidFill>
                <a:latin typeface="Lucida Sans Unicode"/>
                <a:cs typeface="Lucida Sans Unicode"/>
              </a:rPr>
              <a:t>T</a:t>
            </a:r>
            <a:r>
              <a:rPr sz="4725" spc="-427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T</a:t>
            </a:r>
            <a:r>
              <a:rPr sz="3150" spc="-2260" dirty="0">
                <a:solidFill>
                  <a:schemeClr val="bg1"/>
                </a:solidFill>
                <a:latin typeface="Lucida Sans Unicode"/>
                <a:cs typeface="Lucida Sans Unicode"/>
              </a:rPr>
              <a:t>H</a:t>
            </a:r>
            <a:r>
              <a:rPr sz="4725" spc="-472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H</a:t>
            </a:r>
            <a:r>
              <a:rPr sz="3150" spc="-1030" dirty="0">
                <a:solidFill>
                  <a:schemeClr val="bg1"/>
                </a:solidFill>
                <a:latin typeface="Lucida Sans Unicode"/>
                <a:cs typeface="Lucida Sans Unicode"/>
              </a:rPr>
              <a:t>,</a:t>
            </a:r>
            <a:r>
              <a:rPr sz="4725" spc="-165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,</a:t>
            </a:r>
            <a:r>
              <a:rPr sz="4725" spc="-315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 </a:t>
            </a:r>
            <a:r>
              <a:rPr sz="3150" spc="-1720" dirty="0">
                <a:solidFill>
                  <a:schemeClr val="bg1"/>
                </a:solidFill>
                <a:latin typeface="Lucida Sans Unicode"/>
                <a:cs typeface="Lucida Sans Unicode"/>
              </a:rPr>
              <a:t>S</a:t>
            </a:r>
            <a:r>
              <a:rPr sz="4725" spc="-442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S</a:t>
            </a:r>
            <a:r>
              <a:rPr sz="3150" spc="-2425" dirty="0">
                <a:solidFill>
                  <a:schemeClr val="bg1"/>
                </a:solidFill>
                <a:latin typeface="Lucida Sans Unicode"/>
                <a:cs typeface="Lucida Sans Unicode"/>
              </a:rPr>
              <a:t>O</a:t>
            </a:r>
            <a:r>
              <a:rPr sz="4725" spc="-547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O</a:t>
            </a:r>
            <a:r>
              <a:rPr sz="3150" spc="-2155" dirty="0">
                <a:solidFill>
                  <a:schemeClr val="bg1"/>
                </a:solidFill>
                <a:latin typeface="Lucida Sans Unicode"/>
                <a:cs typeface="Lucida Sans Unicode"/>
              </a:rPr>
              <a:t>U</a:t>
            </a:r>
            <a:r>
              <a:rPr sz="4725" spc="-509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U</a:t>
            </a:r>
            <a:r>
              <a:rPr sz="3150" spc="-1985" dirty="0">
                <a:solidFill>
                  <a:schemeClr val="bg1"/>
                </a:solidFill>
                <a:latin typeface="Lucida Sans Unicode"/>
                <a:cs typeface="Lucida Sans Unicode"/>
              </a:rPr>
              <a:t>T</a:t>
            </a:r>
            <a:r>
              <a:rPr sz="4725" spc="-480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T</a:t>
            </a:r>
            <a:r>
              <a:rPr sz="3150" spc="-2295" dirty="0">
                <a:solidFill>
                  <a:schemeClr val="bg1"/>
                </a:solidFill>
                <a:latin typeface="Lucida Sans Unicode"/>
                <a:cs typeface="Lucida Sans Unicode"/>
              </a:rPr>
              <a:t>H</a:t>
            </a:r>
            <a:r>
              <a:rPr sz="4725" spc="-525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H</a:t>
            </a:r>
            <a:r>
              <a:rPr sz="3150" spc="-1065" dirty="0">
                <a:solidFill>
                  <a:schemeClr val="bg1"/>
                </a:solidFill>
                <a:latin typeface="Lucida Sans Unicode"/>
                <a:cs typeface="Lucida Sans Unicode"/>
              </a:rPr>
              <a:t>,</a:t>
            </a:r>
            <a:r>
              <a:rPr sz="4725" spc="-217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,</a:t>
            </a:r>
            <a:r>
              <a:rPr sz="4725" spc="1177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 </a:t>
            </a:r>
            <a:r>
              <a:rPr sz="3150" spc="-1605" dirty="0">
                <a:solidFill>
                  <a:schemeClr val="bg1"/>
                </a:solidFill>
                <a:latin typeface="Lucida Sans Unicode"/>
                <a:cs typeface="Lucida Sans Unicode"/>
              </a:rPr>
              <a:t>E</a:t>
            </a:r>
            <a:r>
              <a:rPr sz="4725" spc="-270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E</a:t>
            </a:r>
            <a:r>
              <a:rPr sz="3150" spc="-2039" dirty="0">
                <a:solidFill>
                  <a:schemeClr val="bg1"/>
                </a:solidFill>
                <a:latin typeface="Lucida Sans Unicode"/>
                <a:cs typeface="Lucida Sans Unicode"/>
              </a:rPr>
              <a:t>A</a:t>
            </a:r>
            <a:r>
              <a:rPr sz="4725" spc="-337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A</a:t>
            </a:r>
            <a:r>
              <a:rPr sz="3150" spc="-1605" dirty="0">
                <a:solidFill>
                  <a:schemeClr val="bg1"/>
                </a:solidFill>
                <a:latin typeface="Lucida Sans Unicode"/>
                <a:cs typeface="Lucida Sans Unicode"/>
              </a:rPr>
              <a:t>S</a:t>
            </a:r>
            <a:r>
              <a:rPr sz="4725" spc="-270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S</a:t>
            </a:r>
            <a:r>
              <a:rPr sz="3150" spc="-1870" dirty="0">
                <a:solidFill>
                  <a:schemeClr val="bg1"/>
                </a:solidFill>
                <a:latin typeface="Lucida Sans Unicode"/>
                <a:cs typeface="Lucida Sans Unicode"/>
              </a:rPr>
              <a:t>T</a:t>
            </a:r>
            <a:r>
              <a:rPr sz="4725" spc="-307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T</a:t>
            </a:r>
            <a:r>
              <a:rPr sz="3150" spc="-950" dirty="0">
                <a:solidFill>
                  <a:schemeClr val="bg1"/>
                </a:solidFill>
                <a:latin typeface="Lucida Sans Unicode"/>
                <a:cs typeface="Lucida Sans Unicode"/>
              </a:rPr>
              <a:t>,</a:t>
            </a:r>
            <a:r>
              <a:rPr sz="4725" spc="-44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,</a:t>
            </a:r>
            <a:r>
              <a:rPr sz="4725" spc="-254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 </a:t>
            </a:r>
            <a:r>
              <a:rPr sz="3150" spc="-2590" dirty="0" smtClean="0">
                <a:solidFill>
                  <a:schemeClr val="bg1"/>
                </a:solidFill>
                <a:latin typeface="Lucida Sans Unicode"/>
                <a:cs typeface="Lucida Sans Unicode"/>
              </a:rPr>
              <a:t>W</a:t>
            </a:r>
            <a:r>
              <a:rPr sz="4725" spc="-494" baseline="-2645" dirty="0" smtClean="0">
                <a:solidFill>
                  <a:schemeClr val="bg1"/>
                </a:solidFill>
                <a:latin typeface="Lucida Sans Unicode"/>
                <a:cs typeface="Lucida Sans Unicode"/>
              </a:rPr>
              <a:t>W</a:t>
            </a:r>
            <a:r>
              <a:rPr sz="3150" spc="-1664" dirty="0" smtClean="0">
                <a:solidFill>
                  <a:schemeClr val="bg1"/>
                </a:solidFill>
                <a:latin typeface="Lucida Sans Unicode"/>
                <a:cs typeface="Lucida Sans Unicode"/>
              </a:rPr>
              <a:t>E</a:t>
            </a:r>
            <a:r>
              <a:rPr sz="4725" spc="-359" baseline="-2645" dirty="0" smtClean="0">
                <a:solidFill>
                  <a:schemeClr val="bg1"/>
                </a:solidFill>
                <a:latin typeface="Lucida Sans Unicode"/>
                <a:cs typeface="Lucida Sans Unicode"/>
              </a:rPr>
              <a:t>E</a:t>
            </a:r>
            <a:r>
              <a:rPr sz="3150" spc="-1664" dirty="0" smtClean="0">
                <a:solidFill>
                  <a:schemeClr val="bg1"/>
                </a:solidFill>
                <a:latin typeface="Lucida Sans Unicode"/>
                <a:cs typeface="Lucida Sans Unicode"/>
              </a:rPr>
              <a:t>S</a:t>
            </a:r>
            <a:r>
              <a:rPr sz="4725" spc="-359" baseline="-2645" dirty="0" smtClean="0">
                <a:solidFill>
                  <a:schemeClr val="bg1"/>
                </a:solidFill>
                <a:latin typeface="Lucida Sans Unicode"/>
                <a:cs typeface="Lucida Sans Unicode"/>
              </a:rPr>
              <a:t>S</a:t>
            </a:r>
            <a:r>
              <a:rPr sz="3150" spc="-1930" dirty="0" smtClean="0">
                <a:solidFill>
                  <a:schemeClr val="bg1"/>
                </a:solidFill>
                <a:latin typeface="Lucida Sans Unicode"/>
                <a:cs typeface="Lucida Sans Unicode"/>
              </a:rPr>
              <a:t>T</a:t>
            </a:r>
            <a:r>
              <a:rPr sz="4725" spc="-397" baseline="-2645" dirty="0" smtClean="0">
                <a:solidFill>
                  <a:schemeClr val="bg1"/>
                </a:solidFill>
                <a:latin typeface="Lucida Sans Unicode"/>
                <a:cs typeface="Lucida Sans Unicode"/>
              </a:rPr>
              <a:t>T</a:t>
            </a:r>
            <a:r>
              <a:rPr lang="en-US" sz="3150" spc="-1035" dirty="0" smtClean="0">
                <a:solidFill>
                  <a:schemeClr val="bg1"/>
                </a:solidFill>
                <a:latin typeface="Lucida Sans Unicode"/>
                <a:cs typeface="Lucida Sans Unicode"/>
              </a:rPr>
              <a:t>)</a:t>
            </a:r>
            <a:endParaRPr sz="4725" baseline="-2645" dirty="0">
              <a:solidFill>
                <a:schemeClr val="bg1"/>
              </a:solidFill>
              <a:latin typeface="Lucida Sans Unicode"/>
              <a:cs typeface="Lucida Sans Unicode"/>
            </a:endParaRPr>
          </a:p>
          <a:p>
            <a:pPr marL="12700" marR="1061720">
              <a:lnSpc>
                <a:spcPts val="4430"/>
              </a:lnSpc>
            </a:pPr>
            <a:r>
              <a:rPr sz="3150" spc="-2170" dirty="0">
                <a:solidFill>
                  <a:schemeClr val="bg1"/>
                </a:solidFill>
                <a:latin typeface="Lucida Sans Unicode"/>
                <a:cs typeface="Lucida Sans Unicode"/>
              </a:rPr>
              <a:t>C</a:t>
            </a:r>
            <a:r>
              <a:rPr sz="4725" spc="-532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C</a:t>
            </a:r>
            <a:r>
              <a:rPr sz="3150" spc="-1770" dirty="0">
                <a:solidFill>
                  <a:schemeClr val="bg1"/>
                </a:solidFill>
                <a:latin typeface="Lucida Sans Unicode"/>
                <a:cs typeface="Lucida Sans Unicode"/>
              </a:rPr>
              <a:t>a</a:t>
            </a:r>
            <a:r>
              <a:rPr sz="4725" spc="-472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a</a:t>
            </a:r>
            <a:r>
              <a:rPr sz="3150" spc="-1955" dirty="0">
                <a:solidFill>
                  <a:schemeClr val="bg1"/>
                </a:solidFill>
                <a:latin typeface="Lucida Sans Unicode"/>
                <a:cs typeface="Lucida Sans Unicode"/>
              </a:rPr>
              <a:t>n</a:t>
            </a:r>
            <a:r>
              <a:rPr sz="4725" spc="-240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n</a:t>
            </a:r>
            <a:r>
              <a:rPr sz="4725" spc="-330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 </a:t>
            </a:r>
            <a:r>
              <a:rPr sz="3150" spc="-2820" dirty="0">
                <a:solidFill>
                  <a:schemeClr val="bg1"/>
                </a:solidFill>
                <a:latin typeface="Lucida Sans Unicode"/>
                <a:cs typeface="Lucida Sans Unicode"/>
              </a:rPr>
              <a:t>m</a:t>
            </a:r>
            <a:r>
              <a:rPr sz="4725" spc="-532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m</a:t>
            </a:r>
            <a:r>
              <a:rPr sz="3150" spc="-1889" dirty="0">
                <a:solidFill>
                  <a:schemeClr val="bg1"/>
                </a:solidFill>
                <a:latin typeface="Lucida Sans Unicode"/>
                <a:cs typeface="Lucida Sans Unicode"/>
              </a:rPr>
              <a:t>o</a:t>
            </a:r>
            <a:r>
              <a:rPr sz="4725" spc="-405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o</a:t>
            </a:r>
            <a:r>
              <a:rPr sz="3150" spc="-1595" dirty="0">
                <a:solidFill>
                  <a:schemeClr val="bg1"/>
                </a:solidFill>
                <a:latin typeface="Lucida Sans Unicode"/>
                <a:cs typeface="Lucida Sans Unicode"/>
              </a:rPr>
              <a:t>v</a:t>
            </a:r>
            <a:r>
              <a:rPr sz="4725" spc="-359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v</a:t>
            </a:r>
            <a:r>
              <a:rPr sz="3150" spc="-1705" dirty="0">
                <a:solidFill>
                  <a:schemeClr val="bg1"/>
                </a:solidFill>
                <a:latin typeface="Lucida Sans Unicode"/>
                <a:cs typeface="Lucida Sans Unicode"/>
              </a:rPr>
              <a:t>e</a:t>
            </a:r>
            <a:r>
              <a:rPr sz="4725" spc="-375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e</a:t>
            </a:r>
            <a:r>
              <a:rPr sz="3150" spc="-1015" dirty="0">
                <a:solidFill>
                  <a:schemeClr val="bg1"/>
                </a:solidFill>
                <a:latin typeface="Lucida Sans Unicode"/>
                <a:cs typeface="Lucida Sans Unicode"/>
              </a:rPr>
              <a:t>,</a:t>
            </a:r>
            <a:r>
              <a:rPr sz="4725" spc="-142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,</a:t>
            </a:r>
            <a:r>
              <a:rPr sz="4725" spc="-307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 </a:t>
            </a:r>
            <a:r>
              <a:rPr sz="3150" spc="-990" dirty="0">
                <a:solidFill>
                  <a:schemeClr val="bg1"/>
                </a:solidFill>
                <a:latin typeface="Lucida Sans Unicode"/>
                <a:cs typeface="Lucida Sans Unicode"/>
              </a:rPr>
              <a:t>t</a:t>
            </a:r>
            <a:r>
              <a:rPr sz="4725" spc="-15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t</a:t>
            </a:r>
            <a:r>
              <a:rPr sz="3150" spc="-1705" dirty="0">
                <a:solidFill>
                  <a:schemeClr val="bg1"/>
                </a:solidFill>
                <a:latin typeface="Lucida Sans Unicode"/>
                <a:cs typeface="Lucida Sans Unicode"/>
              </a:rPr>
              <a:t>u</a:t>
            </a:r>
            <a:r>
              <a:rPr sz="4725" spc="-120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u</a:t>
            </a:r>
            <a:r>
              <a:rPr sz="3150" spc="-1090" dirty="0">
                <a:solidFill>
                  <a:schemeClr val="bg1"/>
                </a:solidFill>
                <a:latin typeface="Lucida Sans Unicode"/>
                <a:cs typeface="Lucida Sans Unicode"/>
              </a:rPr>
              <a:t>r</a:t>
            </a:r>
            <a:r>
              <a:rPr sz="4725" spc="-30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r</a:t>
            </a:r>
            <a:r>
              <a:rPr sz="3150" spc="-1700" dirty="0">
                <a:solidFill>
                  <a:schemeClr val="bg1"/>
                </a:solidFill>
                <a:latin typeface="Lucida Sans Unicode"/>
                <a:cs typeface="Lucida Sans Unicode"/>
              </a:rPr>
              <a:t>n</a:t>
            </a:r>
            <a:r>
              <a:rPr sz="4725" spc="-120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n</a:t>
            </a:r>
            <a:r>
              <a:rPr sz="3150" spc="-825" dirty="0">
                <a:solidFill>
                  <a:schemeClr val="bg1"/>
                </a:solidFill>
                <a:latin typeface="Lucida Sans Unicode"/>
                <a:cs typeface="Lucida Sans Unicode"/>
              </a:rPr>
              <a:t>,</a:t>
            </a:r>
            <a:r>
              <a:rPr sz="4725" spc="142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,</a:t>
            </a:r>
            <a:r>
              <a:rPr sz="4725" spc="-315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 </a:t>
            </a:r>
            <a:r>
              <a:rPr sz="3150" spc="-1739" dirty="0">
                <a:solidFill>
                  <a:schemeClr val="bg1"/>
                </a:solidFill>
                <a:latin typeface="Lucida Sans Unicode"/>
                <a:cs typeface="Lucida Sans Unicode"/>
              </a:rPr>
              <a:t>a</a:t>
            </a:r>
            <a:r>
              <a:rPr sz="4725" spc="-427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a</a:t>
            </a:r>
            <a:r>
              <a:rPr sz="3150" spc="-1925" dirty="0">
                <a:solidFill>
                  <a:schemeClr val="bg1"/>
                </a:solidFill>
                <a:latin typeface="Lucida Sans Unicode"/>
                <a:cs typeface="Lucida Sans Unicode"/>
              </a:rPr>
              <a:t>n</a:t>
            </a:r>
            <a:r>
              <a:rPr sz="4725" spc="-457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n</a:t>
            </a:r>
            <a:r>
              <a:rPr sz="3150" spc="-1970" dirty="0">
                <a:solidFill>
                  <a:schemeClr val="bg1"/>
                </a:solidFill>
                <a:latin typeface="Lucida Sans Unicode"/>
                <a:cs typeface="Lucida Sans Unicode"/>
              </a:rPr>
              <a:t>d</a:t>
            </a:r>
            <a:r>
              <a:rPr sz="4725" spc="-195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d</a:t>
            </a:r>
            <a:r>
              <a:rPr sz="4725" spc="-307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 </a:t>
            </a:r>
            <a:r>
              <a:rPr sz="3150" spc="-1610" dirty="0">
                <a:solidFill>
                  <a:schemeClr val="bg1"/>
                </a:solidFill>
                <a:latin typeface="Lucida Sans Unicode"/>
                <a:cs typeface="Lucida Sans Unicode"/>
              </a:rPr>
              <a:t>a</a:t>
            </a:r>
            <a:r>
              <a:rPr sz="4725" spc="-232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a</a:t>
            </a:r>
            <a:r>
              <a:rPr sz="3150" spc="-1500" dirty="0">
                <a:solidFill>
                  <a:schemeClr val="bg1"/>
                </a:solidFill>
                <a:latin typeface="Lucida Sans Unicode"/>
                <a:cs typeface="Lucida Sans Unicode"/>
              </a:rPr>
              <a:t>v</a:t>
            </a:r>
            <a:r>
              <a:rPr sz="4725" spc="-217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v</a:t>
            </a:r>
            <a:r>
              <a:rPr sz="3150" spc="-1795" dirty="0">
                <a:solidFill>
                  <a:schemeClr val="bg1"/>
                </a:solidFill>
                <a:latin typeface="Lucida Sans Unicode"/>
                <a:cs typeface="Lucida Sans Unicode"/>
              </a:rPr>
              <a:t>o</a:t>
            </a:r>
            <a:r>
              <a:rPr sz="4725" spc="-262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o</a:t>
            </a:r>
            <a:r>
              <a:rPr sz="3150" spc="-840" dirty="0">
                <a:solidFill>
                  <a:schemeClr val="bg1"/>
                </a:solidFill>
                <a:latin typeface="Lucida Sans Unicode"/>
                <a:cs typeface="Lucida Sans Unicode"/>
              </a:rPr>
              <a:t>i</a:t>
            </a:r>
            <a:r>
              <a:rPr sz="4725" spc="-120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i</a:t>
            </a:r>
            <a:r>
              <a:rPr sz="3150" spc="-1839" dirty="0">
                <a:solidFill>
                  <a:schemeClr val="bg1"/>
                </a:solidFill>
                <a:latin typeface="Lucida Sans Unicode"/>
                <a:cs typeface="Lucida Sans Unicode"/>
              </a:rPr>
              <a:t>d</a:t>
            </a:r>
            <a:r>
              <a:rPr sz="4725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d</a:t>
            </a:r>
            <a:r>
              <a:rPr sz="4725" spc="-1162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 </a:t>
            </a:r>
            <a:r>
              <a:rPr sz="3150" spc="-1770" dirty="0">
                <a:solidFill>
                  <a:schemeClr val="bg1"/>
                </a:solidFill>
                <a:latin typeface="Lucida Sans Unicode"/>
                <a:cs typeface="Lucida Sans Unicode"/>
              </a:rPr>
              <a:t>o</a:t>
            </a:r>
            <a:r>
              <a:rPr sz="4725" spc="-225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o</a:t>
            </a:r>
            <a:r>
              <a:rPr sz="3150" spc="-1814" dirty="0">
                <a:solidFill>
                  <a:schemeClr val="bg1"/>
                </a:solidFill>
                <a:latin typeface="Lucida Sans Unicode"/>
                <a:cs typeface="Lucida Sans Unicode"/>
              </a:rPr>
              <a:t>b</a:t>
            </a:r>
            <a:r>
              <a:rPr sz="4725" spc="-225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b</a:t>
            </a:r>
            <a:r>
              <a:rPr sz="3150" spc="-1460" dirty="0">
                <a:solidFill>
                  <a:schemeClr val="bg1"/>
                </a:solidFill>
                <a:latin typeface="Lucida Sans Unicode"/>
                <a:cs typeface="Lucida Sans Unicode"/>
              </a:rPr>
              <a:t>s</a:t>
            </a:r>
            <a:r>
              <a:rPr sz="4725" spc="-179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s</a:t>
            </a:r>
            <a:r>
              <a:rPr sz="3150" spc="-1060" dirty="0">
                <a:solidFill>
                  <a:schemeClr val="bg1"/>
                </a:solidFill>
                <a:latin typeface="Lucida Sans Unicode"/>
                <a:cs typeface="Lucida Sans Unicode"/>
              </a:rPr>
              <a:t>t</a:t>
            </a:r>
            <a:r>
              <a:rPr sz="4725" spc="-120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t</a:t>
            </a:r>
            <a:r>
              <a:rPr sz="3150" spc="-1585" dirty="0">
                <a:solidFill>
                  <a:schemeClr val="bg1"/>
                </a:solidFill>
                <a:latin typeface="Lucida Sans Unicode"/>
                <a:cs typeface="Lucida Sans Unicode"/>
              </a:rPr>
              <a:t>a</a:t>
            </a:r>
            <a:r>
              <a:rPr sz="4725" spc="-195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a</a:t>
            </a:r>
            <a:r>
              <a:rPr sz="3150" spc="-1460" dirty="0">
                <a:solidFill>
                  <a:schemeClr val="bg1"/>
                </a:solidFill>
                <a:latin typeface="Lucida Sans Unicode"/>
                <a:cs typeface="Lucida Sans Unicode"/>
              </a:rPr>
              <a:t>c</a:t>
            </a:r>
            <a:r>
              <a:rPr sz="4725" spc="-179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c</a:t>
            </a:r>
            <a:r>
              <a:rPr sz="3150" spc="-815" dirty="0">
                <a:solidFill>
                  <a:schemeClr val="bg1"/>
                </a:solidFill>
                <a:latin typeface="Lucida Sans Unicode"/>
                <a:cs typeface="Lucida Sans Unicode"/>
              </a:rPr>
              <a:t>l</a:t>
            </a:r>
            <a:r>
              <a:rPr sz="4725" spc="-82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l</a:t>
            </a:r>
            <a:r>
              <a:rPr sz="3150" spc="-1585" dirty="0">
                <a:solidFill>
                  <a:schemeClr val="bg1"/>
                </a:solidFill>
                <a:latin typeface="Lucida Sans Unicode"/>
                <a:cs typeface="Lucida Sans Unicode"/>
              </a:rPr>
              <a:t>e</a:t>
            </a:r>
            <a:r>
              <a:rPr sz="4725" spc="-195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e</a:t>
            </a:r>
            <a:r>
              <a:rPr sz="3150" spc="-1460" dirty="0">
                <a:solidFill>
                  <a:schemeClr val="bg1"/>
                </a:solidFill>
                <a:latin typeface="Lucida Sans Unicode"/>
                <a:cs typeface="Lucida Sans Unicode"/>
              </a:rPr>
              <a:t>s</a:t>
            </a:r>
            <a:r>
              <a:rPr sz="4725" spc="37" baseline="-2645" dirty="0">
                <a:solidFill>
                  <a:schemeClr val="bg1"/>
                </a:solidFill>
                <a:latin typeface="Lucida Sans Unicode"/>
                <a:cs typeface="Lucida Sans Unicode"/>
              </a:rPr>
              <a:t>s</a:t>
            </a:r>
            <a:endParaRPr sz="4725" baseline="-2645" dirty="0">
              <a:solidFill>
                <a:schemeClr val="bg1"/>
              </a:solidFill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833673" cy="10286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82156" y="0"/>
              <a:ext cx="10605842" cy="1028699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2160103" y="4044400"/>
              <a:ext cx="6128385" cy="6242685"/>
            </a:xfrm>
            <a:custGeom>
              <a:avLst/>
              <a:gdLst/>
              <a:ahLst/>
              <a:cxnLst/>
              <a:rect l="l" t="t" r="r" b="b"/>
              <a:pathLst>
                <a:path w="6128384" h="6242684">
                  <a:moveTo>
                    <a:pt x="3061556" y="5221914"/>
                  </a:moveTo>
                  <a:lnTo>
                    <a:pt x="3037788" y="5232114"/>
                  </a:lnTo>
                  <a:lnTo>
                    <a:pt x="2599302" y="4762278"/>
                  </a:lnTo>
                  <a:lnTo>
                    <a:pt x="1878462" y="220509"/>
                  </a:lnTo>
                  <a:lnTo>
                    <a:pt x="1876860" y="180139"/>
                  </a:lnTo>
                  <a:lnTo>
                    <a:pt x="1884364" y="142184"/>
                  </a:lnTo>
                  <a:lnTo>
                    <a:pt x="1899756" y="107309"/>
                  </a:lnTo>
                  <a:lnTo>
                    <a:pt x="1921815" y="76180"/>
                  </a:lnTo>
                  <a:lnTo>
                    <a:pt x="1949321" y="49462"/>
                  </a:lnTo>
                  <a:lnTo>
                    <a:pt x="1981055" y="27819"/>
                  </a:lnTo>
                  <a:lnTo>
                    <a:pt x="2015798" y="11918"/>
                  </a:lnTo>
                  <a:lnTo>
                    <a:pt x="2089430" y="0"/>
                  </a:lnTo>
                  <a:lnTo>
                    <a:pt x="2125880" y="5312"/>
                  </a:lnTo>
                  <a:lnTo>
                    <a:pt x="2191950" y="41809"/>
                  </a:lnTo>
                  <a:lnTo>
                    <a:pt x="2219131" y="74322"/>
                  </a:lnTo>
                  <a:lnTo>
                    <a:pt x="2275988" y="161200"/>
                  </a:lnTo>
                  <a:lnTo>
                    <a:pt x="1918787" y="314481"/>
                  </a:lnTo>
                  <a:lnTo>
                    <a:pt x="2399157" y="1048481"/>
                  </a:lnTo>
                  <a:lnTo>
                    <a:pt x="3061556" y="5221914"/>
                  </a:lnTo>
                  <a:close/>
                </a:path>
                <a:path w="6128384" h="6242684">
                  <a:moveTo>
                    <a:pt x="2399157" y="1048481"/>
                  </a:moveTo>
                  <a:lnTo>
                    <a:pt x="1918787" y="314481"/>
                  </a:lnTo>
                  <a:lnTo>
                    <a:pt x="2259456" y="168294"/>
                  </a:lnTo>
                  <a:lnTo>
                    <a:pt x="2399157" y="1048481"/>
                  </a:lnTo>
                  <a:close/>
                </a:path>
                <a:path w="6128384" h="6242684">
                  <a:moveTo>
                    <a:pt x="6004933" y="6242599"/>
                  </a:moveTo>
                  <a:lnTo>
                    <a:pt x="5818976" y="6242599"/>
                  </a:lnTo>
                  <a:lnTo>
                    <a:pt x="5766963" y="6194446"/>
                  </a:lnTo>
                  <a:lnTo>
                    <a:pt x="2399157" y="1048481"/>
                  </a:lnTo>
                  <a:lnTo>
                    <a:pt x="2259456" y="168294"/>
                  </a:lnTo>
                  <a:lnTo>
                    <a:pt x="2275988" y="161200"/>
                  </a:lnTo>
                  <a:lnTo>
                    <a:pt x="5752547" y="5473334"/>
                  </a:lnTo>
                  <a:lnTo>
                    <a:pt x="5726373" y="6050676"/>
                  </a:lnTo>
                  <a:lnTo>
                    <a:pt x="6067373" y="5954385"/>
                  </a:lnTo>
                  <a:lnTo>
                    <a:pt x="6115364" y="5933792"/>
                  </a:lnTo>
                  <a:lnTo>
                    <a:pt x="6107914" y="6098100"/>
                  </a:lnTo>
                  <a:lnTo>
                    <a:pt x="6100364" y="6139615"/>
                  </a:lnTo>
                  <a:lnTo>
                    <a:pt x="6082828" y="6176228"/>
                  </a:lnTo>
                  <a:lnTo>
                    <a:pt x="6057071" y="6207389"/>
                  </a:lnTo>
                  <a:lnTo>
                    <a:pt x="6024861" y="6232549"/>
                  </a:lnTo>
                  <a:lnTo>
                    <a:pt x="6004933" y="6242599"/>
                  </a:lnTo>
                  <a:close/>
                </a:path>
                <a:path w="6128384" h="6242684">
                  <a:moveTo>
                    <a:pt x="703168" y="6094468"/>
                  </a:moveTo>
                  <a:lnTo>
                    <a:pt x="373499" y="2888614"/>
                  </a:lnTo>
                  <a:lnTo>
                    <a:pt x="373496" y="2841763"/>
                  </a:lnTo>
                  <a:lnTo>
                    <a:pt x="382789" y="2799891"/>
                  </a:lnTo>
                  <a:lnTo>
                    <a:pt x="400138" y="2763395"/>
                  </a:lnTo>
                  <a:lnTo>
                    <a:pt x="424304" y="2732672"/>
                  </a:lnTo>
                  <a:lnTo>
                    <a:pt x="454047" y="2708120"/>
                  </a:lnTo>
                  <a:lnTo>
                    <a:pt x="488126" y="2690136"/>
                  </a:lnTo>
                  <a:lnTo>
                    <a:pt x="525301" y="2679117"/>
                  </a:lnTo>
                  <a:lnTo>
                    <a:pt x="564331" y="2675461"/>
                  </a:lnTo>
                  <a:lnTo>
                    <a:pt x="603978" y="2679565"/>
                  </a:lnTo>
                  <a:lnTo>
                    <a:pt x="643000" y="2691826"/>
                  </a:lnTo>
                  <a:lnTo>
                    <a:pt x="680158" y="2712641"/>
                  </a:lnTo>
                  <a:lnTo>
                    <a:pt x="714211" y="2742408"/>
                  </a:lnTo>
                  <a:lnTo>
                    <a:pt x="788381" y="2821882"/>
                  </a:lnTo>
                  <a:lnTo>
                    <a:pt x="413812" y="2982616"/>
                  </a:lnTo>
                  <a:lnTo>
                    <a:pt x="813600" y="3410972"/>
                  </a:lnTo>
                  <a:lnTo>
                    <a:pt x="1058064" y="5788563"/>
                  </a:lnTo>
                  <a:lnTo>
                    <a:pt x="817884" y="5891629"/>
                  </a:lnTo>
                  <a:lnTo>
                    <a:pt x="703168" y="6094468"/>
                  </a:lnTo>
                  <a:close/>
                </a:path>
                <a:path w="6128384" h="6242684">
                  <a:moveTo>
                    <a:pt x="813600" y="3410972"/>
                  </a:moveTo>
                  <a:lnTo>
                    <a:pt x="413812" y="2982616"/>
                  </a:lnTo>
                  <a:lnTo>
                    <a:pt x="754524" y="2836411"/>
                  </a:lnTo>
                  <a:lnTo>
                    <a:pt x="813600" y="3410972"/>
                  </a:lnTo>
                  <a:close/>
                </a:path>
                <a:path w="6128384" h="6242684">
                  <a:moveTo>
                    <a:pt x="2982499" y="5516372"/>
                  </a:moveTo>
                  <a:lnTo>
                    <a:pt x="2948517" y="5529333"/>
                  </a:lnTo>
                  <a:lnTo>
                    <a:pt x="2912339" y="5536278"/>
                  </a:lnTo>
                  <a:lnTo>
                    <a:pt x="2875074" y="5536964"/>
                  </a:lnTo>
                  <a:lnTo>
                    <a:pt x="2837834" y="5531144"/>
                  </a:lnTo>
                  <a:lnTo>
                    <a:pt x="2801729" y="5518574"/>
                  </a:lnTo>
                  <a:lnTo>
                    <a:pt x="2767869" y="5499010"/>
                  </a:lnTo>
                  <a:lnTo>
                    <a:pt x="2737365" y="5472206"/>
                  </a:lnTo>
                  <a:lnTo>
                    <a:pt x="813600" y="3410972"/>
                  </a:lnTo>
                  <a:lnTo>
                    <a:pt x="754524" y="2836411"/>
                  </a:lnTo>
                  <a:lnTo>
                    <a:pt x="788381" y="2821882"/>
                  </a:lnTo>
                  <a:lnTo>
                    <a:pt x="2599302" y="4762278"/>
                  </a:lnTo>
                  <a:lnTo>
                    <a:pt x="2697076" y="5378319"/>
                  </a:lnTo>
                  <a:lnTo>
                    <a:pt x="3061556" y="5221914"/>
                  </a:lnTo>
                  <a:lnTo>
                    <a:pt x="3078076" y="5326000"/>
                  </a:lnTo>
                  <a:lnTo>
                    <a:pt x="3080594" y="5369910"/>
                  </a:lnTo>
                  <a:lnTo>
                    <a:pt x="3074252" y="5409274"/>
                  </a:lnTo>
                  <a:lnTo>
                    <a:pt x="3060161" y="5443847"/>
                  </a:lnTo>
                  <a:lnTo>
                    <a:pt x="3039432" y="5473384"/>
                  </a:lnTo>
                  <a:lnTo>
                    <a:pt x="3013174" y="5497641"/>
                  </a:lnTo>
                  <a:lnTo>
                    <a:pt x="2982499" y="5516372"/>
                  </a:lnTo>
                  <a:close/>
                </a:path>
                <a:path w="6128384" h="6242684">
                  <a:moveTo>
                    <a:pt x="3037788" y="5232114"/>
                  </a:moveTo>
                  <a:lnTo>
                    <a:pt x="2697076" y="5378319"/>
                  </a:lnTo>
                  <a:lnTo>
                    <a:pt x="2599302" y="4762278"/>
                  </a:lnTo>
                  <a:lnTo>
                    <a:pt x="3037788" y="5232114"/>
                  </a:lnTo>
                  <a:close/>
                </a:path>
                <a:path w="6128384" h="6242684">
                  <a:moveTo>
                    <a:pt x="973451" y="6242599"/>
                  </a:moveTo>
                  <a:lnTo>
                    <a:pt x="0" y="6242599"/>
                  </a:lnTo>
                  <a:lnTo>
                    <a:pt x="688039" y="5947348"/>
                  </a:lnTo>
                  <a:lnTo>
                    <a:pt x="703168" y="6094468"/>
                  </a:lnTo>
                  <a:lnTo>
                    <a:pt x="1073191" y="5935684"/>
                  </a:lnTo>
                  <a:lnTo>
                    <a:pt x="1084137" y="6042136"/>
                  </a:lnTo>
                  <a:lnTo>
                    <a:pt x="1083356" y="6092754"/>
                  </a:lnTo>
                  <a:lnTo>
                    <a:pt x="1070829" y="6140520"/>
                  </a:lnTo>
                  <a:lnTo>
                    <a:pt x="1047227" y="6183260"/>
                  </a:lnTo>
                  <a:lnTo>
                    <a:pt x="1013220" y="6218803"/>
                  </a:lnTo>
                  <a:lnTo>
                    <a:pt x="973451" y="6242599"/>
                  </a:lnTo>
                  <a:close/>
                </a:path>
                <a:path w="6128384" h="6242684">
                  <a:moveTo>
                    <a:pt x="1073191" y="5935684"/>
                  </a:moveTo>
                  <a:lnTo>
                    <a:pt x="703168" y="6094468"/>
                  </a:lnTo>
                  <a:lnTo>
                    <a:pt x="817884" y="5891629"/>
                  </a:lnTo>
                  <a:lnTo>
                    <a:pt x="1058064" y="5788563"/>
                  </a:lnTo>
                  <a:lnTo>
                    <a:pt x="1073191" y="5935684"/>
                  </a:lnTo>
                  <a:close/>
                </a:path>
                <a:path w="6128384" h="6242684">
                  <a:moveTo>
                    <a:pt x="6115364" y="5933792"/>
                  </a:moveTo>
                  <a:lnTo>
                    <a:pt x="6067373" y="5954385"/>
                  </a:lnTo>
                  <a:lnTo>
                    <a:pt x="5752547" y="5473334"/>
                  </a:lnTo>
                  <a:lnTo>
                    <a:pt x="5826321" y="3846040"/>
                  </a:lnTo>
                  <a:lnTo>
                    <a:pt x="5837307" y="3797772"/>
                  </a:lnTo>
                  <a:lnTo>
                    <a:pt x="5862991" y="3754169"/>
                  </a:lnTo>
                  <a:lnTo>
                    <a:pt x="5899080" y="3718264"/>
                  </a:lnTo>
                  <a:lnTo>
                    <a:pt x="5941280" y="3693085"/>
                  </a:lnTo>
                  <a:lnTo>
                    <a:pt x="6127896" y="3613004"/>
                  </a:lnTo>
                  <a:lnTo>
                    <a:pt x="6127896" y="3953197"/>
                  </a:lnTo>
                  <a:lnTo>
                    <a:pt x="6120001" y="3963873"/>
                  </a:lnTo>
                  <a:lnTo>
                    <a:pt x="6111104" y="3980472"/>
                  </a:lnTo>
                  <a:lnTo>
                    <a:pt x="6106344" y="3996089"/>
                  </a:lnTo>
                  <a:lnTo>
                    <a:pt x="6106853" y="4009232"/>
                  </a:lnTo>
                  <a:lnTo>
                    <a:pt x="6113763" y="4018409"/>
                  </a:lnTo>
                  <a:lnTo>
                    <a:pt x="6127896" y="4022050"/>
                  </a:lnTo>
                  <a:lnTo>
                    <a:pt x="6127896" y="5657418"/>
                  </a:lnTo>
                  <a:lnTo>
                    <a:pt x="6115364" y="5933792"/>
                  </a:lnTo>
                  <a:close/>
                </a:path>
                <a:path w="6128384" h="6242684">
                  <a:moveTo>
                    <a:pt x="6127896" y="4022050"/>
                  </a:moveTo>
                  <a:lnTo>
                    <a:pt x="6113763" y="4018409"/>
                  </a:lnTo>
                  <a:lnTo>
                    <a:pt x="6106853" y="4009232"/>
                  </a:lnTo>
                  <a:lnTo>
                    <a:pt x="6106344" y="3996089"/>
                  </a:lnTo>
                  <a:lnTo>
                    <a:pt x="6111104" y="3980472"/>
                  </a:lnTo>
                  <a:lnTo>
                    <a:pt x="6120001" y="3963873"/>
                  </a:lnTo>
                  <a:lnTo>
                    <a:pt x="6127896" y="3953197"/>
                  </a:lnTo>
                  <a:lnTo>
                    <a:pt x="6127896" y="4022050"/>
                  </a:lnTo>
                  <a:close/>
                </a:path>
                <a:path w="6128384" h="6242684">
                  <a:moveTo>
                    <a:pt x="6067373" y="5954385"/>
                  </a:moveTo>
                  <a:lnTo>
                    <a:pt x="5726373" y="6050676"/>
                  </a:lnTo>
                  <a:lnTo>
                    <a:pt x="5752547" y="5473334"/>
                  </a:lnTo>
                  <a:lnTo>
                    <a:pt x="6067373" y="5954385"/>
                  </a:lnTo>
                  <a:close/>
                </a:path>
              </a:pathLst>
            </a:custGeom>
            <a:solidFill>
              <a:srgbClr val="CFBDFF">
                <a:alpha val="8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8700" y="6456940"/>
              <a:ext cx="9410699" cy="3133724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016000" y="898478"/>
            <a:ext cx="9881870" cy="7981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50" spc="-4060" dirty="0"/>
              <a:t>H</a:t>
            </a:r>
            <a:r>
              <a:rPr sz="7575" spc="-1485" baseline="-2200" dirty="0"/>
              <a:t>H</a:t>
            </a:r>
            <a:r>
              <a:rPr sz="5050" spc="-3510" dirty="0"/>
              <a:t>o</a:t>
            </a:r>
            <a:r>
              <a:rPr sz="7575" spc="-1410" baseline="-2200" dirty="0"/>
              <a:t>o</a:t>
            </a:r>
            <a:r>
              <a:rPr sz="5050" spc="-4310" dirty="0"/>
              <a:t>w</a:t>
            </a:r>
            <a:r>
              <a:rPr sz="7575" spc="-1012" baseline="-2200" dirty="0"/>
              <a:t>w</a:t>
            </a:r>
            <a:r>
              <a:rPr sz="7575" spc="-270" baseline="-2200" dirty="0"/>
              <a:t> </a:t>
            </a:r>
            <a:r>
              <a:rPr sz="5050" spc="-1495" dirty="0"/>
              <a:t>t</a:t>
            </a:r>
            <a:r>
              <a:rPr sz="7575" spc="-127" baseline="-2200" dirty="0"/>
              <a:t>t</a:t>
            </a:r>
            <a:r>
              <a:rPr sz="5050" spc="-2775" dirty="0"/>
              <a:t>h</a:t>
            </a:r>
            <a:r>
              <a:rPr sz="7575" spc="-307" baseline="-2200" dirty="0"/>
              <a:t>h</a:t>
            </a:r>
            <a:r>
              <a:rPr sz="5050" spc="-2535" dirty="0"/>
              <a:t>e</a:t>
            </a:r>
            <a:r>
              <a:rPr sz="7575" spc="89" baseline="-2200" dirty="0"/>
              <a:t>e</a:t>
            </a:r>
            <a:r>
              <a:rPr sz="7575" spc="-270" baseline="-2200" dirty="0"/>
              <a:t> </a:t>
            </a:r>
            <a:r>
              <a:rPr sz="5050" spc="-3510" dirty="0"/>
              <a:t>R</a:t>
            </a:r>
            <a:r>
              <a:rPr sz="7575" spc="-660" baseline="-2200" dirty="0"/>
              <a:t>R</a:t>
            </a:r>
            <a:r>
              <a:rPr sz="5050" spc="-2960" dirty="0"/>
              <a:t>o</a:t>
            </a:r>
            <a:r>
              <a:rPr sz="7575" spc="-585" baseline="-2200" dirty="0"/>
              <a:t>o</a:t>
            </a:r>
            <a:r>
              <a:rPr sz="5050" spc="-2960" dirty="0"/>
              <a:t>b</a:t>
            </a:r>
            <a:r>
              <a:rPr sz="7575" spc="-585" baseline="-2200" dirty="0"/>
              <a:t>b</a:t>
            </a:r>
            <a:r>
              <a:rPr sz="5050" spc="-2960" dirty="0"/>
              <a:t>o</a:t>
            </a:r>
            <a:r>
              <a:rPr sz="7575" spc="-585" baseline="-2200" dirty="0"/>
              <a:t>o</a:t>
            </a:r>
            <a:r>
              <a:rPr sz="5050" spc="-1680" dirty="0"/>
              <a:t>t</a:t>
            </a:r>
            <a:r>
              <a:rPr sz="7575" spc="-187" baseline="-2200" dirty="0"/>
              <a:t>t</a:t>
            </a:r>
            <a:r>
              <a:rPr sz="7575" spc="-270" baseline="-2200" dirty="0"/>
              <a:t> </a:t>
            </a:r>
            <a:r>
              <a:rPr sz="5050" spc="-3590" dirty="0"/>
              <a:t>C</a:t>
            </a:r>
            <a:r>
              <a:rPr sz="7575" spc="-780" baseline="-2200" dirty="0"/>
              <a:t>C</a:t>
            </a:r>
            <a:r>
              <a:rPr sz="5050" spc="-3040" dirty="0"/>
              <a:t>h</a:t>
            </a:r>
            <a:r>
              <a:rPr sz="7575" spc="-705" baseline="-2200" dirty="0"/>
              <a:t>h</a:t>
            </a:r>
            <a:r>
              <a:rPr sz="5050" spc="-3040" dirty="0"/>
              <a:t>o</a:t>
            </a:r>
            <a:r>
              <a:rPr sz="7575" spc="-705" baseline="-2200" dirty="0"/>
              <a:t>o</a:t>
            </a:r>
            <a:r>
              <a:rPr sz="5050" spc="-3040" dirty="0"/>
              <a:t>o</a:t>
            </a:r>
            <a:r>
              <a:rPr sz="7575" spc="-705" baseline="-2200" dirty="0"/>
              <a:t>o</a:t>
            </a:r>
            <a:r>
              <a:rPr sz="5050" spc="-2800" dirty="0"/>
              <a:t>s</a:t>
            </a:r>
            <a:r>
              <a:rPr sz="7575" spc="-667" baseline="-2200" dirty="0"/>
              <a:t>s</a:t>
            </a:r>
            <a:r>
              <a:rPr sz="5050" spc="-2800" dirty="0"/>
              <a:t>e</a:t>
            </a:r>
            <a:r>
              <a:rPr sz="7575" spc="-667" baseline="-2200" dirty="0"/>
              <a:t>e</a:t>
            </a:r>
            <a:r>
              <a:rPr sz="5050" spc="-2800" dirty="0"/>
              <a:t>s</a:t>
            </a:r>
            <a:r>
              <a:rPr sz="7575" spc="-307" baseline="-2200" dirty="0"/>
              <a:t>s</a:t>
            </a:r>
            <a:r>
              <a:rPr sz="7575" spc="-270" baseline="-2200" dirty="0"/>
              <a:t> </a:t>
            </a:r>
            <a:r>
              <a:rPr sz="5050" spc="-3290" dirty="0"/>
              <a:t>D</a:t>
            </a:r>
            <a:r>
              <a:rPr sz="7575" spc="-330" baseline="-2200" dirty="0"/>
              <a:t>D</a:t>
            </a:r>
            <a:r>
              <a:rPr sz="5050" spc="-1195" dirty="0"/>
              <a:t>i</a:t>
            </a:r>
            <a:r>
              <a:rPr sz="7575" spc="-37" baseline="-2200" dirty="0"/>
              <a:t>i</a:t>
            </a:r>
            <a:r>
              <a:rPr sz="5050" spc="-1710" dirty="0"/>
              <a:t>r</a:t>
            </a:r>
            <a:r>
              <a:rPr sz="7575" spc="-112" baseline="-2200" dirty="0"/>
              <a:t>r</a:t>
            </a:r>
            <a:r>
              <a:rPr sz="5050" spc="-2500" dirty="0"/>
              <a:t>e</a:t>
            </a:r>
            <a:r>
              <a:rPr sz="7575" spc="-217" baseline="-2200" dirty="0"/>
              <a:t>e</a:t>
            </a:r>
            <a:r>
              <a:rPr sz="5050" spc="-2500" dirty="0"/>
              <a:t>c</a:t>
            </a:r>
            <a:r>
              <a:rPr sz="7575" spc="-217" baseline="-2200" dirty="0"/>
              <a:t>c</a:t>
            </a:r>
            <a:r>
              <a:rPr sz="5050" spc="-1460" dirty="0"/>
              <a:t>t</a:t>
            </a:r>
            <a:r>
              <a:rPr sz="7575" spc="-75" baseline="-2200" dirty="0"/>
              <a:t>t</a:t>
            </a:r>
            <a:r>
              <a:rPr sz="5050" spc="-1195" dirty="0"/>
              <a:t>i</a:t>
            </a:r>
            <a:r>
              <a:rPr sz="7575" spc="-37" baseline="-2200" dirty="0"/>
              <a:t>i</a:t>
            </a:r>
            <a:r>
              <a:rPr sz="5050" spc="-2740" dirty="0"/>
              <a:t>o</a:t>
            </a:r>
            <a:r>
              <a:rPr sz="7575" spc="-254" baseline="-2200" dirty="0"/>
              <a:t>o</a:t>
            </a:r>
            <a:r>
              <a:rPr sz="5050" spc="-2740" dirty="0"/>
              <a:t>n</a:t>
            </a:r>
            <a:r>
              <a:rPr sz="7575" spc="142" baseline="-2200" dirty="0"/>
              <a:t>n</a:t>
            </a:r>
            <a:endParaRPr sz="7575" baseline="-2200" dirty="0"/>
          </a:p>
        </p:txBody>
      </p:sp>
      <p:grpSp>
        <p:nvGrpSpPr>
          <p:cNvPr id="8" name="object 8"/>
          <p:cNvGrpSpPr/>
          <p:nvPr/>
        </p:nvGrpSpPr>
        <p:grpSpPr>
          <a:xfrm>
            <a:off x="1148408" y="4503600"/>
            <a:ext cx="114300" cy="1657350"/>
            <a:chOff x="1148408" y="4503600"/>
            <a:chExt cx="114300" cy="1657350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48408" y="4503600"/>
              <a:ext cx="114300" cy="1142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48408" y="5017950"/>
              <a:ext cx="114300" cy="11429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48408" y="5532300"/>
              <a:ext cx="114300" cy="11429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48408" y="6046650"/>
              <a:ext cx="114300" cy="114299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016000" y="1901967"/>
            <a:ext cx="7412355" cy="439420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sz="3300" spc="-2060" dirty="0">
                <a:solidFill>
                  <a:schemeClr val="bg1"/>
                </a:solidFill>
                <a:latin typeface="Lucida Sans Unicode"/>
                <a:cs typeface="Lucida Sans Unicode"/>
              </a:rPr>
              <a:t>T</a:t>
            </a:r>
            <a:r>
              <a:rPr sz="4950" spc="-472" baseline="-2525" dirty="0">
                <a:solidFill>
                  <a:schemeClr val="bg1"/>
                </a:solidFill>
                <a:latin typeface="Lucida Sans Unicode"/>
                <a:cs typeface="Lucida Sans Unicode"/>
              </a:rPr>
              <a:t>T</a:t>
            </a:r>
            <a:r>
              <a:rPr sz="3300" spc="-2014" dirty="0">
                <a:solidFill>
                  <a:schemeClr val="bg1"/>
                </a:solidFill>
                <a:latin typeface="Lucida Sans Unicode"/>
                <a:cs typeface="Lucida Sans Unicode"/>
              </a:rPr>
              <a:t>h</a:t>
            </a:r>
            <a:r>
              <a:rPr sz="4950" spc="-465" baseline="-2525" dirty="0">
                <a:solidFill>
                  <a:schemeClr val="bg1"/>
                </a:solidFill>
                <a:latin typeface="Lucida Sans Unicode"/>
                <a:cs typeface="Lucida Sans Unicode"/>
              </a:rPr>
              <a:t>h</a:t>
            </a:r>
            <a:r>
              <a:rPr sz="3300" spc="-1835" dirty="0">
                <a:solidFill>
                  <a:schemeClr val="bg1"/>
                </a:solidFill>
                <a:latin typeface="Lucida Sans Unicode"/>
                <a:cs typeface="Lucida Sans Unicode"/>
              </a:rPr>
              <a:t>e</a:t>
            </a:r>
            <a:r>
              <a:rPr sz="4950" spc="-195" baseline="-2525" dirty="0">
                <a:solidFill>
                  <a:schemeClr val="bg1"/>
                </a:solidFill>
                <a:latin typeface="Lucida Sans Unicode"/>
                <a:cs typeface="Lucida Sans Unicode"/>
              </a:rPr>
              <a:t>e</a:t>
            </a:r>
            <a:r>
              <a:rPr sz="4950" spc="-382" baseline="-2525" dirty="0">
                <a:solidFill>
                  <a:schemeClr val="bg1"/>
                </a:solidFill>
                <a:latin typeface="Lucida Sans Unicode"/>
                <a:cs typeface="Lucida Sans Unicode"/>
              </a:rPr>
              <a:t> </a:t>
            </a:r>
            <a:r>
              <a:rPr sz="3300" spc="-1240" dirty="0">
                <a:solidFill>
                  <a:schemeClr val="bg1"/>
                </a:solidFill>
                <a:latin typeface="Lucida Sans Unicode"/>
                <a:cs typeface="Lucida Sans Unicode"/>
              </a:rPr>
              <a:t>r</a:t>
            </a:r>
            <a:r>
              <a:rPr sz="4950" spc="-172" baseline="-2525" dirty="0">
                <a:solidFill>
                  <a:schemeClr val="bg1"/>
                </a:solidFill>
                <a:latin typeface="Lucida Sans Unicode"/>
                <a:cs typeface="Lucida Sans Unicode"/>
              </a:rPr>
              <a:t>r</a:t>
            </a:r>
            <a:r>
              <a:rPr sz="3300" spc="-1860" dirty="0">
                <a:solidFill>
                  <a:schemeClr val="bg1"/>
                </a:solidFill>
                <a:latin typeface="Lucida Sans Unicode"/>
                <a:cs typeface="Lucida Sans Unicode"/>
              </a:rPr>
              <a:t>o</a:t>
            </a:r>
            <a:r>
              <a:rPr sz="4950" spc="-254" baseline="-2525" dirty="0">
                <a:solidFill>
                  <a:schemeClr val="bg1"/>
                </a:solidFill>
                <a:latin typeface="Lucida Sans Unicode"/>
                <a:cs typeface="Lucida Sans Unicode"/>
              </a:rPr>
              <a:t>o</a:t>
            </a:r>
            <a:r>
              <a:rPr sz="3300" spc="-1900" dirty="0">
                <a:solidFill>
                  <a:schemeClr val="bg1"/>
                </a:solidFill>
                <a:latin typeface="Lucida Sans Unicode"/>
                <a:cs typeface="Lucida Sans Unicode"/>
              </a:rPr>
              <a:t>b</a:t>
            </a:r>
            <a:r>
              <a:rPr sz="4950" spc="-262" baseline="-2525" dirty="0">
                <a:solidFill>
                  <a:schemeClr val="bg1"/>
                </a:solidFill>
                <a:latin typeface="Lucida Sans Unicode"/>
                <a:cs typeface="Lucida Sans Unicode"/>
              </a:rPr>
              <a:t>b</a:t>
            </a:r>
            <a:r>
              <a:rPr sz="3300" spc="-1860" dirty="0">
                <a:solidFill>
                  <a:schemeClr val="bg1"/>
                </a:solidFill>
                <a:latin typeface="Lucida Sans Unicode"/>
                <a:cs typeface="Lucida Sans Unicode"/>
              </a:rPr>
              <a:t>o</a:t>
            </a:r>
            <a:r>
              <a:rPr sz="4950" spc="-254" baseline="-2525" dirty="0">
                <a:solidFill>
                  <a:schemeClr val="bg1"/>
                </a:solidFill>
                <a:latin typeface="Lucida Sans Unicode"/>
                <a:cs typeface="Lucida Sans Unicode"/>
              </a:rPr>
              <a:t>o</a:t>
            </a:r>
            <a:r>
              <a:rPr sz="3300" spc="-1140" dirty="0">
                <a:solidFill>
                  <a:schemeClr val="bg1"/>
                </a:solidFill>
                <a:latin typeface="Lucida Sans Unicode"/>
                <a:cs typeface="Lucida Sans Unicode"/>
              </a:rPr>
              <a:t>t</a:t>
            </a:r>
            <a:r>
              <a:rPr sz="4950" spc="7" baseline="-2525" dirty="0">
                <a:solidFill>
                  <a:schemeClr val="bg1"/>
                </a:solidFill>
                <a:latin typeface="Lucida Sans Unicode"/>
                <a:cs typeface="Lucida Sans Unicode"/>
              </a:rPr>
              <a:t>t</a:t>
            </a:r>
            <a:r>
              <a:rPr sz="4950" spc="-375" baseline="-2525" dirty="0">
                <a:solidFill>
                  <a:schemeClr val="bg1"/>
                </a:solidFill>
                <a:latin typeface="Lucida Sans Unicode"/>
                <a:cs typeface="Lucida Sans Unicode"/>
              </a:rPr>
              <a:t> </a:t>
            </a:r>
            <a:r>
              <a:rPr sz="3300" spc="-1455" dirty="0">
                <a:solidFill>
                  <a:schemeClr val="bg1"/>
                </a:solidFill>
                <a:latin typeface="Lucida Sans Unicode"/>
                <a:cs typeface="Lucida Sans Unicode"/>
              </a:rPr>
              <a:t>c</a:t>
            </a:r>
            <a:r>
              <a:rPr sz="4950" spc="-75" baseline="-2525" dirty="0">
                <a:solidFill>
                  <a:schemeClr val="bg1"/>
                </a:solidFill>
                <a:latin typeface="Lucida Sans Unicode"/>
                <a:cs typeface="Lucida Sans Unicode"/>
              </a:rPr>
              <a:t>c</a:t>
            </a:r>
            <a:r>
              <a:rPr sz="3300" spc="-1585" dirty="0">
                <a:solidFill>
                  <a:schemeClr val="bg1"/>
                </a:solidFill>
                <a:latin typeface="Lucida Sans Unicode"/>
                <a:cs typeface="Lucida Sans Unicode"/>
              </a:rPr>
              <a:t>a</a:t>
            </a:r>
            <a:r>
              <a:rPr sz="4950" spc="-89" baseline="-2525" dirty="0">
                <a:solidFill>
                  <a:schemeClr val="bg1"/>
                </a:solidFill>
                <a:latin typeface="Lucida Sans Unicode"/>
                <a:cs typeface="Lucida Sans Unicode"/>
              </a:rPr>
              <a:t>a</a:t>
            </a:r>
            <a:r>
              <a:rPr sz="3300" spc="-775" dirty="0">
                <a:solidFill>
                  <a:schemeClr val="bg1"/>
                </a:solidFill>
                <a:latin typeface="Lucida Sans Unicode"/>
                <a:cs typeface="Lucida Sans Unicode"/>
              </a:rPr>
              <a:t>l</a:t>
            </a:r>
            <a:r>
              <a:rPr sz="4950" spc="22" baseline="-2525" dirty="0">
                <a:solidFill>
                  <a:schemeClr val="bg1"/>
                </a:solidFill>
                <a:latin typeface="Lucida Sans Unicode"/>
                <a:cs typeface="Lucida Sans Unicode"/>
              </a:rPr>
              <a:t>l</a:t>
            </a:r>
            <a:r>
              <a:rPr sz="3300" spc="-1455" dirty="0">
                <a:solidFill>
                  <a:schemeClr val="bg1"/>
                </a:solidFill>
                <a:latin typeface="Lucida Sans Unicode"/>
                <a:cs typeface="Lucida Sans Unicode"/>
              </a:rPr>
              <a:t>c</a:t>
            </a:r>
            <a:r>
              <a:rPr sz="4950" spc="-75" baseline="-2525" dirty="0">
                <a:solidFill>
                  <a:schemeClr val="bg1"/>
                </a:solidFill>
                <a:latin typeface="Lucida Sans Unicode"/>
                <a:cs typeface="Lucida Sans Unicode"/>
              </a:rPr>
              <a:t>c</a:t>
            </a:r>
            <a:r>
              <a:rPr sz="3300" spc="-1789" dirty="0">
                <a:solidFill>
                  <a:schemeClr val="bg1"/>
                </a:solidFill>
                <a:latin typeface="Lucida Sans Unicode"/>
                <a:cs typeface="Lucida Sans Unicode"/>
              </a:rPr>
              <a:t>u</a:t>
            </a:r>
            <a:r>
              <a:rPr sz="4950" spc="-120" baseline="-2525" dirty="0">
                <a:solidFill>
                  <a:schemeClr val="bg1"/>
                </a:solidFill>
                <a:latin typeface="Lucida Sans Unicode"/>
                <a:cs typeface="Lucida Sans Unicode"/>
              </a:rPr>
              <a:t>u</a:t>
            </a:r>
            <a:r>
              <a:rPr sz="3300" spc="-775" dirty="0">
                <a:solidFill>
                  <a:schemeClr val="bg1"/>
                </a:solidFill>
                <a:latin typeface="Lucida Sans Unicode"/>
                <a:cs typeface="Lucida Sans Unicode"/>
              </a:rPr>
              <a:t>l</a:t>
            </a:r>
            <a:r>
              <a:rPr sz="4950" spc="22" baseline="-2525" dirty="0">
                <a:solidFill>
                  <a:schemeClr val="bg1"/>
                </a:solidFill>
                <a:latin typeface="Lucida Sans Unicode"/>
                <a:cs typeface="Lucida Sans Unicode"/>
              </a:rPr>
              <a:t>l</a:t>
            </a:r>
            <a:r>
              <a:rPr sz="3300" spc="-1585" dirty="0">
                <a:solidFill>
                  <a:schemeClr val="bg1"/>
                </a:solidFill>
                <a:latin typeface="Lucida Sans Unicode"/>
                <a:cs typeface="Lucida Sans Unicode"/>
              </a:rPr>
              <a:t>a</a:t>
            </a:r>
            <a:r>
              <a:rPr sz="4950" spc="-89" baseline="-2525" dirty="0">
                <a:solidFill>
                  <a:schemeClr val="bg1"/>
                </a:solidFill>
                <a:latin typeface="Lucida Sans Unicode"/>
                <a:cs typeface="Lucida Sans Unicode"/>
              </a:rPr>
              <a:t>a</a:t>
            </a:r>
            <a:r>
              <a:rPr sz="3300" spc="-1045" dirty="0">
                <a:solidFill>
                  <a:schemeClr val="bg1"/>
                </a:solidFill>
                <a:latin typeface="Lucida Sans Unicode"/>
                <a:cs typeface="Lucida Sans Unicode"/>
              </a:rPr>
              <a:t>t</a:t>
            </a:r>
            <a:r>
              <a:rPr sz="4950" spc="-15" baseline="-2525" dirty="0">
                <a:solidFill>
                  <a:schemeClr val="bg1"/>
                </a:solidFill>
                <a:latin typeface="Lucida Sans Unicode"/>
                <a:cs typeface="Lucida Sans Unicode"/>
              </a:rPr>
              <a:t>t</a:t>
            </a:r>
            <a:r>
              <a:rPr sz="3300" spc="-1605" dirty="0">
                <a:solidFill>
                  <a:schemeClr val="bg1"/>
                </a:solidFill>
                <a:latin typeface="Lucida Sans Unicode"/>
                <a:cs typeface="Lucida Sans Unicode"/>
              </a:rPr>
              <a:t>e</a:t>
            </a:r>
            <a:r>
              <a:rPr sz="4950" spc="-89" baseline="-2525" dirty="0">
                <a:solidFill>
                  <a:schemeClr val="bg1"/>
                </a:solidFill>
                <a:latin typeface="Lucida Sans Unicode"/>
                <a:cs typeface="Lucida Sans Unicode"/>
              </a:rPr>
              <a:t>e</a:t>
            </a:r>
            <a:r>
              <a:rPr sz="3300" spc="-1455" dirty="0">
                <a:solidFill>
                  <a:schemeClr val="bg1"/>
                </a:solidFill>
                <a:latin typeface="Lucida Sans Unicode"/>
                <a:cs typeface="Lucida Sans Unicode"/>
              </a:rPr>
              <a:t>s</a:t>
            </a:r>
            <a:r>
              <a:rPr sz="4950" spc="-75" baseline="-2525" dirty="0">
                <a:solidFill>
                  <a:schemeClr val="bg1"/>
                </a:solidFill>
                <a:latin typeface="Lucida Sans Unicode"/>
                <a:cs typeface="Lucida Sans Unicode"/>
              </a:rPr>
              <a:t>s</a:t>
            </a:r>
            <a:r>
              <a:rPr sz="3300" spc="-865" dirty="0">
                <a:solidFill>
                  <a:schemeClr val="bg1"/>
                </a:solidFill>
                <a:latin typeface="Lucida Sans Unicode"/>
                <a:cs typeface="Lucida Sans Unicode"/>
              </a:rPr>
              <a:t>:</a:t>
            </a:r>
            <a:r>
              <a:rPr sz="4950" spc="150" baseline="-2525" dirty="0">
                <a:solidFill>
                  <a:schemeClr val="bg1"/>
                </a:solidFill>
                <a:latin typeface="Lucida Sans Unicode"/>
                <a:cs typeface="Lucida Sans Unicode"/>
              </a:rPr>
              <a:t>:</a:t>
            </a:r>
            <a:endParaRPr sz="4950" baseline="-2525" dirty="0">
              <a:solidFill>
                <a:schemeClr val="bg1"/>
              </a:solidFill>
              <a:latin typeface="Lucida Sans Unicode"/>
              <a:cs typeface="Lucida Sans Unicode"/>
            </a:endParaRPr>
          </a:p>
          <a:p>
            <a:pPr marL="3270250" marR="1678305">
              <a:lnSpc>
                <a:spcPct val="117400"/>
              </a:lnSpc>
            </a:pPr>
            <a:r>
              <a:rPr sz="3300" spc="-2039" dirty="0">
                <a:solidFill>
                  <a:schemeClr val="bg1"/>
                </a:solidFill>
                <a:latin typeface="Lucida Sans Unicode"/>
                <a:cs typeface="Lucida Sans Unicode"/>
              </a:rPr>
              <a:t>d</a:t>
            </a:r>
            <a:r>
              <a:rPr sz="4950" spc="-472" baseline="-2525" dirty="0">
                <a:solidFill>
                  <a:schemeClr val="bg1"/>
                </a:solidFill>
                <a:latin typeface="Lucida Sans Unicode"/>
                <a:cs typeface="Lucida Sans Unicode"/>
              </a:rPr>
              <a:t>d</a:t>
            </a:r>
            <a:r>
              <a:rPr sz="3300" spc="-2000" dirty="0">
                <a:solidFill>
                  <a:schemeClr val="bg1"/>
                </a:solidFill>
                <a:latin typeface="Lucida Sans Unicode"/>
                <a:cs typeface="Lucida Sans Unicode"/>
              </a:rPr>
              <a:t>x</a:t>
            </a:r>
            <a:r>
              <a:rPr sz="4950" spc="-465" baseline="-2525" dirty="0">
                <a:solidFill>
                  <a:schemeClr val="bg1"/>
                </a:solidFill>
                <a:latin typeface="Lucida Sans Unicode"/>
                <a:cs typeface="Lucida Sans Unicode"/>
              </a:rPr>
              <a:t>x</a:t>
            </a:r>
            <a:r>
              <a:rPr sz="3300" spc="-2560" dirty="0">
                <a:solidFill>
                  <a:schemeClr val="bg1"/>
                </a:solidFill>
                <a:latin typeface="Lucida Sans Unicode"/>
                <a:cs typeface="Lucida Sans Unicode"/>
              </a:rPr>
              <a:t>=</a:t>
            </a:r>
            <a:r>
              <a:rPr sz="4950" spc="-547" baseline="-2525" dirty="0">
                <a:solidFill>
                  <a:schemeClr val="bg1"/>
                </a:solidFill>
                <a:latin typeface="Lucida Sans Unicode"/>
                <a:cs typeface="Lucida Sans Unicode"/>
              </a:rPr>
              <a:t>=</a:t>
            </a:r>
            <a:r>
              <a:rPr sz="3300" spc="-2039" dirty="0">
                <a:solidFill>
                  <a:schemeClr val="bg1"/>
                </a:solidFill>
                <a:latin typeface="Lucida Sans Unicode"/>
                <a:cs typeface="Lucida Sans Unicode"/>
              </a:rPr>
              <a:t>g</a:t>
            </a:r>
            <a:r>
              <a:rPr sz="4950" spc="-472" baseline="-2525" dirty="0">
                <a:solidFill>
                  <a:schemeClr val="bg1"/>
                </a:solidFill>
                <a:latin typeface="Lucida Sans Unicode"/>
                <a:cs typeface="Lucida Sans Unicode"/>
              </a:rPr>
              <a:t>g</a:t>
            </a:r>
            <a:r>
              <a:rPr sz="3300" spc="-2000" dirty="0">
                <a:solidFill>
                  <a:schemeClr val="bg1"/>
                </a:solidFill>
                <a:latin typeface="Lucida Sans Unicode"/>
                <a:cs typeface="Lucida Sans Unicode"/>
              </a:rPr>
              <a:t>o</a:t>
            </a:r>
            <a:r>
              <a:rPr sz="4950" spc="-465" baseline="-2525" dirty="0">
                <a:solidFill>
                  <a:schemeClr val="bg1"/>
                </a:solidFill>
                <a:latin typeface="Lucida Sans Unicode"/>
                <a:cs typeface="Lucida Sans Unicode"/>
              </a:rPr>
              <a:t>o</a:t>
            </a:r>
            <a:r>
              <a:rPr sz="3300" spc="-1820" dirty="0">
                <a:solidFill>
                  <a:schemeClr val="bg1"/>
                </a:solidFill>
                <a:latin typeface="Lucida Sans Unicode"/>
                <a:cs typeface="Lucida Sans Unicode"/>
              </a:rPr>
              <a:t>a</a:t>
            </a:r>
            <a:r>
              <a:rPr sz="4950" spc="-442" baseline="-2525" dirty="0">
                <a:solidFill>
                  <a:schemeClr val="bg1"/>
                </a:solidFill>
                <a:latin typeface="Lucida Sans Unicode"/>
                <a:cs typeface="Lucida Sans Unicode"/>
              </a:rPr>
              <a:t>a</a:t>
            </a:r>
            <a:r>
              <a:rPr sz="3300" spc="-1010" dirty="0">
                <a:solidFill>
                  <a:schemeClr val="bg1"/>
                </a:solidFill>
                <a:latin typeface="Lucida Sans Unicode"/>
                <a:cs typeface="Lucida Sans Unicode"/>
              </a:rPr>
              <a:t>l</a:t>
            </a:r>
            <a:r>
              <a:rPr sz="4950" spc="-330" baseline="-2525" dirty="0">
                <a:solidFill>
                  <a:schemeClr val="bg1"/>
                </a:solidFill>
                <a:latin typeface="Lucida Sans Unicode"/>
                <a:cs typeface="Lucida Sans Unicode"/>
              </a:rPr>
              <a:t>l</a:t>
            </a:r>
            <a:r>
              <a:rPr sz="3300" spc="-1660" dirty="0">
                <a:solidFill>
                  <a:schemeClr val="bg1"/>
                </a:solidFill>
                <a:latin typeface="Lucida Sans Unicode"/>
                <a:cs typeface="Lucida Sans Unicode"/>
              </a:rPr>
              <a:t>_</a:t>
            </a:r>
            <a:r>
              <a:rPr sz="4950" spc="-419" baseline="-2525" dirty="0">
                <a:solidFill>
                  <a:schemeClr val="bg1"/>
                </a:solidFill>
                <a:latin typeface="Lucida Sans Unicode"/>
                <a:cs typeface="Lucida Sans Unicode"/>
              </a:rPr>
              <a:t>_</a:t>
            </a:r>
            <a:r>
              <a:rPr sz="3300" spc="-2000" dirty="0">
                <a:solidFill>
                  <a:schemeClr val="bg1"/>
                </a:solidFill>
                <a:latin typeface="Lucida Sans Unicode"/>
                <a:cs typeface="Lucida Sans Unicode"/>
              </a:rPr>
              <a:t>x</a:t>
            </a:r>
            <a:r>
              <a:rPr sz="4950" spc="-465" baseline="-2525" dirty="0">
                <a:solidFill>
                  <a:schemeClr val="bg1"/>
                </a:solidFill>
                <a:latin typeface="Lucida Sans Unicode"/>
                <a:cs typeface="Lucida Sans Unicode"/>
              </a:rPr>
              <a:t>x</a:t>
            </a:r>
            <a:r>
              <a:rPr sz="3300" spc="-2560" dirty="0">
                <a:solidFill>
                  <a:schemeClr val="bg1"/>
                </a:solidFill>
                <a:latin typeface="Lucida Sans Unicode"/>
                <a:cs typeface="Lucida Sans Unicode"/>
              </a:rPr>
              <a:t>−</a:t>
            </a:r>
            <a:r>
              <a:rPr sz="4950" spc="-547" baseline="-2525" dirty="0">
                <a:solidFill>
                  <a:schemeClr val="bg1"/>
                </a:solidFill>
                <a:latin typeface="Lucida Sans Unicode"/>
                <a:cs typeface="Lucida Sans Unicode"/>
              </a:rPr>
              <a:t>−</a:t>
            </a:r>
            <a:r>
              <a:rPr sz="3300" spc="-2000" dirty="0">
                <a:solidFill>
                  <a:schemeClr val="bg1"/>
                </a:solidFill>
                <a:latin typeface="Lucida Sans Unicode"/>
                <a:cs typeface="Lucida Sans Unicode"/>
              </a:rPr>
              <a:t>x</a:t>
            </a:r>
            <a:r>
              <a:rPr sz="4950" spc="-202" baseline="-2525" dirty="0">
                <a:solidFill>
                  <a:schemeClr val="bg1"/>
                </a:solidFill>
                <a:latin typeface="Lucida Sans Unicode"/>
                <a:cs typeface="Lucida Sans Unicode"/>
              </a:rPr>
              <a:t>x</a:t>
            </a:r>
            <a:r>
              <a:rPr sz="4950" spc="1237" baseline="-2525" dirty="0">
                <a:solidFill>
                  <a:schemeClr val="bg1"/>
                </a:solidFill>
                <a:latin typeface="Lucida Sans Unicode"/>
                <a:cs typeface="Lucida Sans Unicode"/>
              </a:rPr>
              <a:t> </a:t>
            </a:r>
            <a:r>
              <a:rPr sz="3300" spc="-2000" dirty="0">
                <a:solidFill>
                  <a:schemeClr val="bg1"/>
                </a:solidFill>
                <a:latin typeface="Lucida Sans Unicode"/>
                <a:cs typeface="Lucida Sans Unicode"/>
              </a:rPr>
              <a:t>d</a:t>
            </a:r>
            <a:r>
              <a:rPr sz="4950" spc="-412" baseline="-2525" dirty="0">
                <a:solidFill>
                  <a:schemeClr val="bg1"/>
                </a:solidFill>
                <a:latin typeface="Lucida Sans Unicode"/>
                <a:cs typeface="Lucida Sans Unicode"/>
              </a:rPr>
              <a:t>d</a:t>
            </a:r>
            <a:r>
              <a:rPr sz="3300" spc="-1680" dirty="0">
                <a:solidFill>
                  <a:schemeClr val="bg1"/>
                </a:solidFill>
                <a:latin typeface="Lucida Sans Unicode"/>
                <a:cs typeface="Lucida Sans Unicode"/>
              </a:rPr>
              <a:t>y</a:t>
            </a:r>
            <a:r>
              <a:rPr sz="4950" spc="-367" baseline="-2525" dirty="0">
                <a:solidFill>
                  <a:schemeClr val="bg1"/>
                </a:solidFill>
                <a:latin typeface="Lucida Sans Unicode"/>
                <a:cs typeface="Lucida Sans Unicode"/>
              </a:rPr>
              <a:t>y</a:t>
            </a:r>
            <a:r>
              <a:rPr sz="3300" spc="-2520" dirty="0">
                <a:solidFill>
                  <a:schemeClr val="bg1"/>
                </a:solidFill>
                <a:latin typeface="Lucida Sans Unicode"/>
                <a:cs typeface="Lucida Sans Unicode"/>
              </a:rPr>
              <a:t>=</a:t>
            </a:r>
            <a:r>
              <a:rPr sz="4950" spc="-487" baseline="-2525" dirty="0">
                <a:solidFill>
                  <a:schemeClr val="bg1"/>
                </a:solidFill>
                <a:latin typeface="Lucida Sans Unicode"/>
                <a:cs typeface="Lucida Sans Unicode"/>
              </a:rPr>
              <a:t>=</a:t>
            </a:r>
            <a:r>
              <a:rPr sz="3300" spc="-2000" dirty="0">
                <a:solidFill>
                  <a:schemeClr val="bg1"/>
                </a:solidFill>
                <a:latin typeface="Lucida Sans Unicode"/>
                <a:cs typeface="Lucida Sans Unicode"/>
              </a:rPr>
              <a:t>g</a:t>
            </a:r>
            <a:r>
              <a:rPr sz="4950" spc="-412" baseline="-2525" dirty="0">
                <a:solidFill>
                  <a:schemeClr val="bg1"/>
                </a:solidFill>
                <a:latin typeface="Lucida Sans Unicode"/>
                <a:cs typeface="Lucida Sans Unicode"/>
              </a:rPr>
              <a:t>g</a:t>
            </a:r>
            <a:r>
              <a:rPr sz="3300" spc="-1960" dirty="0">
                <a:solidFill>
                  <a:schemeClr val="bg1"/>
                </a:solidFill>
                <a:latin typeface="Lucida Sans Unicode"/>
                <a:cs typeface="Lucida Sans Unicode"/>
              </a:rPr>
              <a:t>o</a:t>
            </a:r>
            <a:r>
              <a:rPr sz="4950" spc="-405" baseline="-2525" dirty="0">
                <a:solidFill>
                  <a:schemeClr val="bg1"/>
                </a:solidFill>
                <a:latin typeface="Lucida Sans Unicode"/>
                <a:cs typeface="Lucida Sans Unicode"/>
              </a:rPr>
              <a:t>o</a:t>
            </a:r>
            <a:r>
              <a:rPr sz="3300" spc="-1780" dirty="0">
                <a:solidFill>
                  <a:schemeClr val="bg1"/>
                </a:solidFill>
                <a:latin typeface="Lucida Sans Unicode"/>
                <a:cs typeface="Lucida Sans Unicode"/>
              </a:rPr>
              <a:t>a</a:t>
            </a:r>
            <a:r>
              <a:rPr sz="4950" spc="-382" baseline="-2525" dirty="0">
                <a:solidFill>
                  <a:schemeClr val="bg1"/>
                </a:solidFill>
                <a:latin typeface="Lucida Sans Unicode"/>
                <a:cs typeface="Lucida Sans Unicode"/>
              </a:rPr>
              <a:t>a</a:t>
            </a:r>
            <a:r>
              <a:rPr sz="3300" spc="-969" dirty="0">
                <a:solidFill>
                  <a:schemeClr val="bg1"/>
                </a:solidFill>
                <a:latin typeface="Lucida Sans Unicode"/>
                <a:cs typeface="Lucida Sans Unicode"/>
              </a:rPr>
              <a:t>l</a:t>
            </a:r>
            <a:r>
              <a:rPr sz="4950" spc="-270" baseline="-2525" dirty="0">
                <a:solidFill>
                  <a:schemeClr val="bg1"/>
                </a:solidFill>
                <a:latin typeface="Lucida Sans Unicode"/>
                <a:cs typeface="Lucida Sans Unicode"/>
              </a:rPr>
              <a:t>l</a:t>
            </a:r>
            <a:r>
              <a:rPr sz="3300" spc="-1620" dirty="0">
                <a:solidFill>
                  <a:schemeClr val="bg1"/>
                </a:solidFill>
                <a:latin typeface="Lucida Sans Unicode"/>
                <a:cs typeface="Lucida Sans Unicode"/>
              </a:rPr>
              <a:t>_</a:t>
            </a:r>
            <a:r>
              <a:rPr sz="4950" spc="-359" baseline="-2525" dirty="0">
                <a:solidFill>
                  <a:schemeClr val="bg1"/>
                </a:solidFill>
                <a:latin typeface="Lucida Sans Unicode"/>
                <a:cs typeface="Lucida Sans Unicode"/>
              </a:rPr>
              <a:t>_</a:t>
            </a:r>
            <a:r>
              <a:rPr sz="3300" spc="-1680" dirty="0">
                <a:solidFill>
                  <a:schemeClr val="bg1"/>
                </a:solidFill>
                <a:latin typeface="Lucida Sans Unicode"/>
                <a:cs typeface="Lucida Sans Unicode"/>
              </a:rPr>
              <a:t>y</a:t>
            </a:r>
            <a:r>
              <a:rPr sz="4950" spc="-367" baseline="-2525" dirty="0">
                <a:solidFill>
                  <a:schemeClr val="bg1"/>
                </a:solidFill>
                <a:latin typeface="Lucida Sans Unicode"/>
                <a:cs typeface="Lucida Sans Unicode"/>
              </a:rPr>
              <a:t>y</a:t>
            </a:r>
            <a:r>
              <a:rPr sz="3300" spc="-2520" dirty="0">
                <a:solidFill>
                  <a:schemeClr val="bg1"/>
                </a:solidFill>
                <a:latin typeface="Lucida Sans Unicode"/>
                <a:cs typeface="Lucida Sans Unicode"/>
              </a:rPr>
              <a:t>−</a:t>
            </a:r>
            <a:r>
              <a:rPr sz="4950" spc="-487" baseline="-2525" dirty="0">
                <a:solidFill>
                  <a:schemeClr val="bg1"/>
                </a:solidFill>
                <a:latin typeface="Lucida Sans Unicode"/>
                <a:cs typeface="Lucida Sans Unicode"/>
              </a:rPr>
              <a:t>−</a:t>
            </a:r>
            <a:r>
              <a:rPr sz="3300" spc="-1680" dirty="0">
                <a:solidFill>
                  <a:schemeClr val="bg1"/>
                </a:solidFill>
                <a:latin typeface="Lucida Sans Unicode"/>
                <a:cs typeface="Lucida Sans Unicode"/>
              </a:rPr>
              <a:t>y</a:t>
            </a:r>
            <a:r>
              <a:rPr sz="4950" spc="-142" baseline="-2525" dirty="0">
                <a:solidFill>
                  <a:schemeClr val="bg1"/>
                </a:solidFill>
                <a:latin typeface="Lucida Sans Unicode"/>
                <a:cs typeface="Lucida Sans Unicode"/>
              </a:rPr>
              <a:t>y</a:t>
            </a:r>
            <a:endParaRPr sz="4950" baseline="-2525" dirty="0">
              <a:solidFill>
                <a:schemeClr val="bg1"/>
              </a:solidFill>
              <a:latin typeface="Lucida Sans Unicode"/>
              <a:cs typeface="Lucida Sans Unicode"/>
            </a:endParaRPr>
          </a:p>
          <a:p>
            <a:pPr marL="421640" marR="5080">
              <a:lnSpc>
                <a:spcPct val="116399"/>
              </a:lnSpc>
              <a:spcBef>
                <a:spcPts val="4245"/>
              </a:spcBef>
            </a:pPr>
            <a:r>
              <a:rPr sz="2900" spc="-480" dirty="0">
                <a:solidFill>
                  <a:schemeClr val="bg1"/>
                </a:solidFill>
                <a:latin typeface="Lucida Sans Unicode"/>
                <a:cs typeface="Lucida Sans Unicode"/>
              </a:rPr>
              <a:t>I</a:t>
            </a:r>
            <a:r>
              <a:rPr sz="4350" spc="330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I</a:t>
            </a:r>
            <a:r>
              <a:rPr sz="2900" spc="-685" dirty="0">
                <a:solidFill>
                  <a:schemeClr val="bg1"/>
                </a:solidFill>
                <a:latin typeface="Lucida Sans Unicode"/>
                <a:cs typeface="Lucida Sans Unicode"/>
              </a:rPr>
              <a:t>f</a:t>
            </a:r>
            <a:r>
              <a:rPr sz="4350" spc="442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f</a:t>
            </a:r>
            <a:r>
              <a:rPr sz="4350" spc="-330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 </a:t>
            </a:r>
            <a:r>
              <a:rPr sz="2900" spc="-985" dirty="0">
                <a:solidFill>
                  <a:schemeClr val="bg1"/>
                </a:solidFill>
                <a:latin typeface="Lucida Sans Unicode"/>
                <a:cs typeface="Lucida Sans Unicode"/>
              </a:rPr>
              <a:t>t</a:t>
            </a:r>
            <a:r>
              <a:rPr sz="4350" spc="-120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t</a:t>
            </a:r>
            <a:r>
              <a:rPr sz="2900" spc="-1645" dirty="0">
                <a:solidFill>
                  <a:schemeClr val="bg1"/>
                </a:solidFill>
                <a:latin typeface="Lucida Sans Unicode"/>
                <a:cs typeface="Lucida Sans Unicode"/>
              </a:rPr>
              <a:t>h</a:t>
            </a:r>
            <a:r>
              <a:rPr sz="4350" spc="-209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h</a:t>
            </a:r>
            <a:r>
              <a:rPr sz="2900" spc="-1470" dirty="0">
                <a:solidFill>
                  <a:schemeClr val="bg1"/>
                </a:solidFill>
                <a:latin typeface="Lucida Sans Unicode"/>
                <a:cs typeface="Lucida Sans Unicode"/>
              </a:rPr>
              <a:t>e</a:t>
            </a:r>
            <a:r>
              <a:rPr sz="4350" spc="22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e</a:t>
            </a:r>
            <a:r>
              <a:rPr sz="4350" spc="-330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 </a:t>
            </a:r>
            <a:r>
              <a:rPr sz="2900" spc="-1664" dirty="0">
                <a:solidFill>
                  <a:schemeClr val="bg1"/>
                </a:solidFill>
                <a:latin typeface="Lucida Sans Unicode"/>
                <a:cs typeface="Lucida Sans Unicode"/>
              </a:rPr>
              <a:t>g</a:t>
            </a:r>
            <a:r>
              <a:rPr sz="4350" spc="-209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g</a:t>
            </a:r>
            <a:r>
              <a:rPr sz="2900" spc="-1645" dirty="0">
                <a:solidFill>
                  <a:schemeClr val="bg1"/>
                </a:solidFill>
                <a:latin typeface="Lucida Sans Unicode"/>
                <a:cs typeface="Lucida Sans Unicode"/>
              </a:rPr>
              <a:t>o</a:t>
            </a:r>
            <a:r>
              <a:rPr sz="4350" spc="-209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o</a:t>
            </a:r>
            <a:r>
              <a:rPr sz="2900" spc="-1470" dirty="0">
                <a:solidFill>
                  <a:schemeClr val="bg1"/>
                </a:solidFill>
                <a:latin typeface="Lucida Sans Unicode"/>
                <a:cs typeface="Lucida Sans Unicode"/>
              </a:rPr>
              <a:t>a</a:t>
            </a:r>
            <a:r>
              <a:rPr sz="4350" spc="-187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a</a:t>
            </a:r>
            <a:r>
              <a:rPr sz="2900" spc="-760" dirty="0">
                <a:solidFill>
                  <a:schemeClr val="bg1"/>
                </a:solidFill>
                <a:latin typeface="Lucida Sans Unicode"/>
                <a:cs typeface="Lucida Sans Unicode"/>
              </a:rPr>
              <a:t>l</a:t>
            </a:r>
            <a:r>
              <a:rPr sz="4350" spc="22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l</a:t>
            </a:r>
            <a:r>
              <a:rPr sz="4350" spc="-330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 </a:t>
            </a:r>
            <a:r>
              <a:rPr sz="2900" spc="-585" dirty="0">
                <a:solidFill>
                  <a:schemeClr val="bg1"/>
                </a:solidFill>
                <a:latin typeface="Lucida Sans Unicode"/>
                <a:cs typeface="Lucida Sans Unicode"/>
              </a:rPr>
              <a:t>i</a:t>
            </a:r>
            <a:r>
              <a:rPr sz="4350" spc="172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i</a:t>
            </a:r>
            <a:r>
              <a:rPr sz="2900" spc="-1170" dirty="0">
                <a:solidFill>
                  <a:schemeClr val="bg1"/>
                </a:solidFill>
                <a:latin typeface="Lucida Sans Unicode"/>
                <a:cs typeface="Lucida Sans Unicode"/>
              </a:rPr>
              <a:t>s</a:t>
            </a:r>
            <a:r>
              <a:rPr sz="4350" spc="284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s</a:t>
            </a:r>
            <a:r>
              <a:rPr sz="4350" spc="-330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 </a:t>
            </a:r>
            <a:r>
              <a:rPr sz="2900" spc="-2685" dirty="0">
                <a:solidFill>
                  <a:schemeClr val="bg1"/>
                </a:solidFill>
                <a:latin typeface="Lucida Sans Unicode"/>
                <a:cs typeface="Lucida Sans Unicode"/>
              </a:rPr>
              <a:t>m</a:t>
            </a:r>
            <a:r>
              <a:rPr sz="4350" spc="-600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m</a:t>
            </a:r>
            <a:r>
              <a:rPr sz="2900" spc="-1825" dirty="0">
                <a:solidFill>
                  <a:schemeClr val="bg1"/>
                </a:solidFill>
                <a:latin typeface="Lucida Sans Unicode"/>
                <a:cs typeface="Lucida Sans Unicode"/>
              </a:rPr>
              <a:t>o</a:t>
            </a:r>
            <a:r>
              <a:rPr sz="4350" spc="-480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o</a:t>
            </a:r>
            <a:r>
              <a:rPr sz="2900" spc="-1260" dirty="0">
                <a:solidFill>
                  <a:schemeClr val="bg1"/>
                </a:solidFill>
                <a:latin typeface="Lucida Sans Unicode"/>
                <a:cs typeface="Lucida Sans Unicode"/>
              </a:rPr>
              <a:t>r</a:t>
            </a:r>
            <a:r>
              <a:rPr sz="4350" spc="-405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r</a:t>
            </a:r>
            <a:r>
              <a:rPr sz="2900" spc="-1650" dirty="0">
                <a:solidFill>
                  <a:schemeClr val="bg1"/>
                </a:solidFill>
                <a:latin typeface="Lucida Sans Unicode"/>
                <a:cs typeface="Lucida Sans Unicode"/>
              </a:rPr>
              <a:t>e</a:t>
            </a:r>
            <a:r>
              <a:rPr sz="4350" spc="-247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e</a:t>
            </a:r>
            <a:r>
              <a:rPr sz="4350" spc="-330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 </a:t>
            </a:r>
            <a:r>
              <a:rPr sz="2900" spc="-960" dirty="0">
                <a:solidFill>
                  <a:schemeClr val="bg1"/>
                </a:solidFill>
                <a:latin typeface="Lucida Sans Unicode"/>
                <a:cs typeface="Lucida Sans Unicode"/>
              </a:rPr>
              <a:t>t</a:t>
            </a:r>
            <a:r>
              <a:rPr sz="4350" spc="-82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t</a:t>
            </a:r>
            <a:r>
              <a:rPr sz="2900" spc="-1620" dirty="0">
                <a:solidFill>
                  <a:schemeClr val="bg1"/>
                </a:solidFill>
                <a:latin typeface="Lucida Sans Unicode"/>
                <a:cs typeface="Lucida Sans Unicode"/>
              </a:rPr>
              <a:t>o</a:t>
            </a:r>
            <a:r>
              <a:rPr sz="4350" spc="60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o</a:t>
            </a:r>
            <a:r>
              <a:rPr sz="4350" spc="-330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 </a:t>
            </a:r>
            <a:r>
              <a:rPr sz="2900" spc="-985" dirty="0">
                <a:solidFill>
                  <a:schemeClr val="bg1"/>
                </a:solidFill>
                <a:latin typeface="Lucida Sans Unicode"/>
                <a:cs typeface="Lucida Sans Unicode"/>
              </a:rPr>
              <a:t>t</a:t>
            </a:r>
            <a:r>
              <a:rPr sz="4350" spc="-120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t</a:t>
            </a:r>
            <a:r>
              <a:rPr sz="2900" spc="-1645" dirty="0">
                <a:solidFill>
                  <a:schemeClr val="bg1"/>
                </a:solidFill>
                <a:latin typeface="Lucida Sans Unicode"/>
                <a:cs typeface="Lucida Sans Unicode"/>
              </a:rPr>
              <a:t>h</a:t>
            </a:r>
            <a:r>
              <a:rPr sz="4350" spc="-209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h</a:t>
            </a:r>
            <a:r>
              <a:rPr sz="2900" spc="-1470" dirty="0">
                <a:solidFill>
                  <a:schemeClr val="bg1"/>
                </a:solidFill>
                <a:latin typeface="Lucida Sans Unicode"/>
                <a:cs typeface="Lucida Sans Unicode"/>
              </a:rPr>
              <a:t>e</a:t>
            </a:r>
            <a:r>
              <a:rPr sz="4350" spc="22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e</a:t>
            </a:r>
            <a:r>
              <a:rPr sz="4350" spc="-330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 </a:t>
            </a:r>
            <a:r>
              <a:rPr sz="2900" spc="-1000" dirty="0">
                <a:solidFill>
                  <a:schemeClr val="bg1"/>
                </a:solidFill>
                <a:latin typeface="Lucida Sans Unicode"/>
                <a:cs typeface="Lucida Sans Unicode"/>
              </a:rPr>
              <a:t>r</a:t>
            </a:r>
            <a:r>
              <a:rPr sz="4350" spc="-15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r</a:t>
            </a:r>
            <a:r>
              <a:rPr sz="2900" spc="-680" dirty="0">
                <a:solidFill>
                  <a:schemeClr val="bg1"/>
                </a:solidFill>
                <a:latin typeface="Lucida Sans Unicode"/>
                <a:cs typeface="Lucida Sans Unicode"/>
              </a:rPr>
              <a:t>i</a:t>
            </a:r>
            <a:r>
              <a:rPr sz="4350" spc="30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i</a:t>
            </a:r>
            <a:r>
              <a:rPr sz="2900" spc="-1585" dirty="0">
                <a:solidFill>
                  <a:schemeClr val="bg1"/>
                </a:solidFill>
                <a:latin typeface="Lucida Sans Unicode"/>
                <a:cs typeface="Lucida Sans Unicode"/>
              </a:rPr>
              <a:t>g</a:t>
            </a:r>
            <a:r>
              <a:rPr sz="4350" spc="-89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g</a:t>
            </a:r>
            <a:r>
              <a:rPr sz="2900" spc="-1565" dirty="0">
                <a:solidFill>
                  <a:schemeClr val="bg1"/>
                </a:solidFill>
                <a:latin typeface="Lucida Sans Unicode"/>
                <a:cs typeface="Lucida Sans Unicode"/>
              </a:rPr>
              <a:t>h</a:t>
            </a:r>
            <a:r>
              <a:rPr sz="4350" spc="-89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h</a:t>
            </a:r>
            <a:r>
              <a:rPr sz="2900" spc="-905" dirty="0">
                <a:solidFill>
                  <a:schemeClr val="bg1"/>
                </a:solidFill>
                <a:latin typeface="Lucida Sans Unicode"/>
                <a:cs typeface="Lucida Sans Unicode"/>
              </a:rPr>
              <a:t>t</a:t>
            </a:r>
            <a:r>
              <a:rPr sz="4350" spc="142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t</a:t>
            </a:r>
            <a:r>
              <a:rPr sz="4350" spc="-330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 </a:t>
            </a:r>
            <a:r>
              <a:rPr sz="1350" spc="1639" dirty="0">
                <a:solidFill>
                  <a:schemeClr val="bg1"/>
                </a:solidFill>
                <a:latin typeface="Lucida Sans Unicode"/>
                <a:cs typeface="Lucida Sans Unicode"/>
              </a:rPr>
              <a:t>→</a:t>
            </a:r>
            <a:r>
              <a:rPr sz="1350" spc="400" dirty="0">
                <a:solidFill>
                  <a:schemeClr val="bg1"/>
                </a:solidFill>
                <a:latin typeface="Lucida Sans Unicode"/>
                <a:cs typeface="Lucida Sans Unicode"/>
              </a:rPr>
              <a:t> </a:t>
            </a:r>
            <a:r>
              <a:rPr sz="2900" spc="-1575" dirty="0">
                <a:solidFill>
                  <a:schemeClr val="bg1"/>
                </a:solidFill>
                <a:latin typeface="Lucida Sans Unicode"/>
                <a:cs typeface="Lucida Sans Unicode"/>
              </a:rPr>
              <a:t>E</a:t>
            </a:r>
            <a:r>
              <a:rPr sz="4350" spc="-382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E</a:t>
            </a:r>
            <a:r>
              <a:rPr sz="2900" spc="-1980" dirty="0">
                <a:solidFill>
                  <a:schemeClr val="bg1"/>
                </a:solidFill>
                <a:latin typeface="Lucida Sans Unicode"/>
                <a:cs typeface="Lucida Sans Unicode"/>
              </a:rPr>
              <a:t>A</a:t>
            </a:r>
            <a:r>
              <a:rPr sz="4350" spc="-442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A</a:t>
            </a:r>
            <a:r>
              <a:rPr sz="2900" spc="-1560" dirty="0">
                <a:solidFill>
                  <a:schemeClr val="bg1"/>
                </a:solidFill>
                <a:latin typeface="Lucida Sans Unicode"/>
                <a:cs typeface="Lucida Sans Unicode"/>
              </a:rPr>
              <a:t>S</a:t>
            </a:r>
            <a:r>
              <a:rPr sz="4350" spc="-382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S</a:t>
            </a:r>
            <a:r>
              <a:rPr sz="2900" spc="-1820" dirty="0">
                <a:solidFill>
                  <a:schemeClr val="bg1"/>
                </a:solidFill>
                <a:latin typeface="Lucida Sans Unicode"/>
                <a:cs typeface="Lucida Sans Unicode"/>
              </a:rPr>
              <a:t>T</a:t>
            </a:r>
            <a:r>
              <a:rPr sz="4350" spc="-179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T</a:t>
            </a:r>
            <a:r>
              <a:rPr sz="4350" spc="-247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 </a:t>
            </a:r>
            <a:r>
              <a:rPr sz="2900" spc="-480" dirty="0">
                <a:solidFill>
                  <a:schemeClr val="bg1"/>
                </a:solidFill>
                <a:latin typeface="Lucida Sans Unicode"/>
                <a:cs typeface="Lucida Sans Unicode"/>
              </a:rPr>
              <a:t>I</a:t>
            </a:r>
            <a:r>
              <a:rPr sz="4350" spc="330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I</a:t>
            </a:r>
            <a:r>
              <a:rPr sz="2900" spc="-685" dirty="0">
                <a:solidFill>
                  <a:schemeClr val="bg1"/>
                </a:solidFill>
                <a:latin typeface="Lucida Sans Unicode"/>
                <a:cs typeface="Lucida Sans Unicode"/>
              </a:rPr>
              <a:t>f</a:t>
            </a:r>
            <a:r>
              <a:rPr sz="4350" spc="442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f</a:t>
            </a:r>
            <a:r>
              <a:rPr sz="4350" spc="-322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 </a:t>
            </a:r>
            <a:r>
              <a:rPr sz="2900" spc="-985" dirty="0">
                <a:solidFill>
                  <a:schemeClr val="bg1"/>
                </a:solidFill>
                <a:latin typeface="Lucida Sans Unicode"/>
                <a:cs typeface="Lucida Sans Unicode"/>
              </a:rPr>
              <a:t>t</a:t>
            </a:r>
            <a:r>
              <a:rPr sz="4350" spc="-120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t</a:t>
            </a:r>
            <a:r>
              <a:rPr sz="2900" spc="-1645" dirty="0">
                <a:solidFill>
                  <a:schemeClr val="bg1"/>
                </a:solidFill>
                <a:latin typeface="Lucida Sans Unicode"/>
                <a:cs typeface="Lucida Sans Unicode"/>
              </a:rPr>
              <a:t>h</a:t>
            </a:r>
            <a:r>
              <a:rPr sz="4350" spc="-209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h</a:t>
            </a:r>
            <a:r>
              <a:rPr sz="2900" spc="-1470" dirty="0">
                <a:solidFill>
                  <a:schemeClr val="bg1"/>
                </a:solidFill>
                <a:latin typeface="Lucida Sans Unicode"/>
                <a:cs typeface="Lucida Sans Unicode"/>
              </a:rPr>
              <a:t>e</a:t>
            </a:r>
            <a:r>
              <a:rPr sz="4350" spc="22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e</a:t>
            </a:r>
            <a:r>
              <a:rPr sz="4350" spc="-330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 </a:t>
            </a:r>
            <a:r>
              <a:rPr sz="2900" spc="-1664" dirty="0">
                <a:solidFill>
                  <a:schemeClr val="bg1"/>
                </a:solidFill>
                <a:latin typeface="Lucida Sans Unicode"/>
                <a:cs typeface="Lucida Sans Unicode"/>
              </a:rPr>
              <a:t>g</a:t>
            </a:r>
            <a:r>
              <a:rPr sz="4350" spc="-209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g</a:t>
            </a:r>
            <a:r>
              <a:rPr sz="2900" spc="-1645" dirty="0">
                <a:solidFill>
                  <a:schemeClr val="bg1"/>
                </a:solidFill>
                <a:latin typeface="Lucida Sans Unicode"/>
                <a:cs typeface="Lucida Sans Unicode"/>
              </a:rPr>
              <a:t>o</a:t>
            </a:r>
            <a:r>
              <a:rPr sz="4350" spc="-209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o</a:t>
            </a:r>
            <a:r>
              <a:rPr sz="2900" spc="-1470" dirty="0">
                <a:solidFill>
                  <a:schemeClr val="bg1"/>
                </a:solidFill>
                <a:latin typeface="Lucida Sans Unicode"/>
                <a:cs typeface="Lucida Sans Unicode"/>
              </a:rPr>
              <a:t>a</a:t>
            </a:r>
            <a:r>
              <a:rPr sz="4350" spc="-187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a</a:t>
            </a:r>
            <a:r>
              <a:rPr sz="2900" spc="-760" dirty="0">
                <a:solidFill>
                  <a:schemeClr val="bg1"/>
                </a:solidFill>
                <a:latin typeface="Lucida Sans Unicode"/>
                <a:cs typeface="Lucida Sans Unicode"/>
              </a:rPr>
              <a:t>l</a:t>
            </a:r>
            <a:r>
              <a:rPr sz="4350" spc="22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l</a:t>
            </a:r>
            <a:r>
              <a:rPr sz="4350" spc="-330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 </a:t>
            </a:r>
            <a:r>
              <a:rPr sz="2900" spc="-585" dirty="0">
                <a:solidFill>
                  <a:schemeClr val="bg1"/>
                </a:solidFill>
                <a:latin typeface="Lucida Sans Unicode"/>
                <a:cs typeface="Lucida Sans Unicode"/>
              </a:rPr>
              <a:t>i</a:t>
            </a:r>
            <a:r>
              <a:rPr sz="4350" spc="172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i</a:t>
            </a:r>
            <a:r>
              <a:rPr sz="2900" spc="-1170" dirty="0">
                <a:solidFill>
                  <a:schemeClr val="bg1"/>
                </a:solidFill>
                <a:latin typeface="Lucida Sans Unicode"/>
                <a:cs typeface="Lucida Sans Unicode"/>
              </a:rPr>
              <a:t>s</a:t>
            </a:r>
            <a:r>
              <a:rPr sz="4350" spc="284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s</a:t>
            </a:r>
            <a:r>
              <a:rPr sz="4350" spc="-322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 </a:t>
            </a:r>
            <a:r>
              <a:rPr sz="2900" spc="-2685" dirty="0">
                <a:solidFill>
                  <a:schemeClr val="bg1"/>
                </a:solidFill>
                <a:latin typeface="Lucida Sans Unicode"/>
                <a:cs typeface="Lucida Sans Unicode"/>
              </a:rPr>
              <a:t>m</a:t>
            </a:r>
            <a:r>
              <a:rPr sz="4350" spc="-600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m</a:t>
            </a:r>
            <a:r>
              <a:rPr sz="2900" spc="-1825" dirty="0">
                <a:solidFill>
                  <a:schemeClr val="bg1"/>
                </a:solidFill>
                <a:latin typeface="Lucida Sans Unicode"/>
                <a:cs typeface="Lucida Sans Unicode"/>
              </a:rPr>
              <a:t>o</a:t>
            </a:r>
            <a:r>
              <a:rPr sz="4350" spc="-480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o</a:t>
            </a:r>
            <a:r>
              <a:rPr sz="2900" spc="-1260" dirty="0">
                <a:solidFill>
                  <a:schemeClr val="bg1"/>
                </a:solidFill>
                <a:latin typeface="Lucida Sans Unicode"/>
                <a:cs typeface="Lucida Sans Unicode"/>
              </a:rPr>
              <a:t>r</a:t>
            </a:r>
            <a:r>
              <a:rPr sz="4350" spc="-405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r</a:t>
            </a:r>
            <a:r>
              <a:rPr sz="2900" spc="-1650" dirty="0">
                <a:solidFill>
                  <a:schemeClr val="bg1"/>
                </a:solidFill>
                <a:latin typeface="Lucida Sans Unicode"/>
                <a:cs typeface="Lucida Sans Unicode"/>
              </a:rPr>
              <a:t>e</a:t>
            </a:r>
            <a:r>
              <a:rPr sz="4350" spc="-247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e</a:t>
            </a:r>
            <a:r>
              <a:rPr sz="4350" spc="-330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 </a:t>
            </a:r>
            <a:r>
              <a:rPr sz="2900" spc="-960" dirty="0">
                <a:solidFill>
                  <a:schemeClr val="bg1"/>
                </a:solidFill>
                <a:latin typeface="Lucida Sans Unicode"/>
                <a:cs typeface="Lucida Sans Unicode"/>
              </a:rPr>
              <a:t>t</a:t>
            </a:r>
            <a:r>
              <a:rPr sz="4350" spc="-82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t</a:t>
            </a:r>
            <a:r>
              <a:rPr sz="2900" spc="-1620" dirty="0">
                <a:solidFill>
                  <a:schemeClr val="bg1"/>
                </a:solidFill>
                <a:latin typeface="Lucida Sans Unicode"/>
                <a:cs typeface="Lucida Sans Unicode"/>
              </a:rPr>
              <a:t>o</a:t>
            </a:r>
            <a:r>
              <a:rPr sz="4350" spc="60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o</a:t>
            </a:r>
            <a:r>
              <a:rPr sz="4350" spc="-322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 </a:t>
            </a:r>
            <a:r>
              <a:rPr sz="2900" spc="-985" dirty="0">
                <a:solidFill>
                  <a:schemeClr val="bg1"/>
                </a:solidFill>
                <a:latin typeface="Lucida Sans Unicode"/>
                <a:cs typeface="Lucida Sans Unicode"/>
              </a:rPr>
              <a:t>t</a:t>
            </a:r>
            <a:r>
              <a:rPr sz="4350" spc="-120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t</a:t>
            </a:r>
            <a:r>
              <a:rPr sz="2900" spc="-1645" dirty="0">
                <a:solidFill>
                  <a:schemeClr val="bg1"/>
                </a:solidFill>
                <a:latin typeface="Lucida Sans Unicode"/>
                <a:cs typeface="Lucida Sans Unicode"/>
              </a:rPr>
              <a:t>h</a:t>
            </a:r>
            <a:r>
              <a:rPr sz="4350" spc="-209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h</a:t>
            </a:r>
            <a:r>
              <a:rPr sz="2900" spc="-1470" dirty="0">
                <a:solidFill>
                  <a:schemeClr val="bg1"/>
                </a:solidFill>
                <a:latin typeface="Lucida Sans Unicode"/>
                <a:cs typeface="Lucida Sans Unicode"/>
              </a:rPr>
              <a:t>e</a:t>
            </a:r>
            <a:r>
              <a:rPr sz="4350" spc="22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e</a:t>
            </a:r>
            <a:r>
              <a:rPr sz="4350" spc="-330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 </a:t>
            </a:r>
            <a:r>
              <a:rPr sz="2900" spc="-585" dirty="0">
                <a:solidFill>
                  <a:schemeClr val="bg1"/>
                </a:solidFill>
                <a:latin typeface="Lucida Sans Unicode"/>
                <a:cs typeface="Lucida Sans Unicode"/>
              </a:rPr>
              <a:t>l</a:t>
            </a:r>
            <a:r>
              <a:rPr sz="4350" spc="172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l</a:t>
            </a:r>
            <a:r>
              <a:rPr sz="2900" spc="-1295" dirty="0">
                <a:solidFill>
                  <a:schemeClr val="bg1"/>
                </a:solidFill>
                <a:latin typeface="Lucida Sans Unicode"/>
                <a:cs typeface="Lucida Sans Unicode"/>
              </a:rPr>
              <a:t>e</a:t>
            </a:r>
            <a:r>
              <a:rPr sz="4350" spc="75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e</a:t>
            </a:r>
            <a:r>
              <a:rPr sz="2900" spc="-790" dirty="0">
                <a:solidFill>
                  <a:schemeClr val="bg1"/>
                </a:solidFill>
                <a:latin typeface="Lucida Sans Unicode"/>
                <a:cs typeface="Lucida Sans Unicode"/>
              </a:rPr>
              <a:t>f</a:t>
            </a:r>
            <a:r>
              <a:rPr sz="4350" spc="142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f</a:t>
            </a:r>
            <a:r>
              <a:rPr sz="2900" spc="-810" dirty="0">
                <a:solidFill>
                  <a:schemeClr val="bg1"/>
                </a:solidFill>
                <a:latin typeface="Lucida Sans Unicode"/>
                <a:cs typeface="Lucida Sans Unicode"/>
              </a:rPr>
              <a:t>t</a:t>
            </a:r>
            <a:r>
              <a:rPr sz="4350" spc="284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t</a:t>
            </a:r>
            <a:r>
              <a:rPr sz="4350" spc="-322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 </a:t>
            </a:r>
            <a:r>
              <a:rPr sz="1350" spc="1639" dirty="0">
                <a:solidFill>
                  <a:schemeClr val="bg1"/>
                </a:solidFill>
                <a:latin typeface="Lucida Sans Unicode"/>
                <a:cs typeface="Lucida Sans Unicode"/>
              </a:rPr>
              <a:t>→</a:t>
            </a:r>
            <a:r>
              <a:rPr sz="1350" spc="405" dirty="0">
                <a:solidFill>
                  <a:schemeClr val="bg1"/>
                </a:solidFill>
                <a:latin typeface="Lucida Sans Unicode"/>
                <a:cs typeface="Lucida Sans Unicode"/>
              </a:rPr>
              <a:t> </a:t>
            </a:r>
            <a:r>
              <a:rPr sz="2900" spc="-2450" dirty="0">
                <a:solidFill>
                  <a:schemeClr val="bg1"/>
                </a:solidFill>
                <a:latin typeface="Lucida Sans Unicode"/>
                <a:cs typeface="Lucida Sans Unicode"/>
              </a:rPr>
              <a:t>W</a:t>
            </a:r>
            <a:r>
              <a:rPr sz="4350" spc="-577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W</a:t>
            </a:r>
            <a:r>
              <a:rPr sz="2900" spc="-1630" dirty="0">
                <a:solidFill>
                  <a:schemeClr val="bg1"/>
                </a:solidFill>
                <a:latin typeface="Lucida Sans Unicode"/>
                <a:cs typeface="Lucida Sans Unicode"/>
              </a:rPr>
              <a:t>E</a:t>
            </a:r>
            <a:r>
              <a:rPr sz="4350" spc="-465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E</a:t>
            </a:r>
            <a:r>
              <a:rPr sz="2900" spc="-1614" dirty="0">
                <a:solidFill>
                  <a:schemeClr val="bg1"/>
                </a:solidFill>
                <a:latin typeface="Lucida Sans Unicode"/>
                <a:cs typeface="Lucida Sans Unicode"/>
              </a:rPr>
              <a:t>S</a:t>
            </a:r>
            <a:r>
              <a:rPr sz="4350" spc="-465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S</a:t>
            </a:r>
            <a:r>
              <a:rPr sz="2900" spc="-1875" dirty="0">
                <a:solidFill>
                  <a:schemeClr val="bg1"/>
                </a:solidFill>
                <a:latin typeface="Lucida Sans Unicode"/>
                <a:cs typeface="Lucida Sans Unicode"/>
              </a:rPr>
              <a:t>T</a:t>
            </a:r>
            <a:r>
              <a:rPr sz="4350" spc="-262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T</a:t>
            </a:r>
            <a:r>
              <a:rPr sz="4350" spc="-247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 </a:t>
            </a:r>
            <a:r>
              <a:rPr sz="2900" spc="-480" dirty="0">
                <a:solidFill>
                  <a:schemeClr val="bg1"/>
                </a:solidFill>
                <a:latin typeface="Lucida Sans Unicode"/>
                <a:cs typeface="Lucida Sans Unicode"/>
              </a:rPr>
              <a:t>I</a:t>
            </a:r>
            <a:r>
              <a:rPr sz="4350" spc="330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I</a:t>
            </a:r>
            <a:r>
              <a:rPr sz="2900" spc="-685" dirty="0">
                <a:solidFill>
                  <a:schemeClr val="bg1"/>
                </a:solidFill>
                <a:latin typeface="Lucida Sans Unicode"/>
                <a:cs typeface="Lucida Sans Unicode"/>
              </a:rPr>
              <a:t>f</a:t>
            </a:r>
            <a:r>
              <a:rPr sz="4350" spc="442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f</a:t>
            </a:r>
            <a:r>
              <a:rPr sz="4350" spc="-322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 </a:t>
            </a:r>
            <a:r>
              <a:rPr sz="2900" spc="-985" dirty="0">
                <a:solidFill>
                  <a:schemeClr val="bg1"/>
                </a:solidFill>
                <a:latin typeface="Lucida Sans Unicode"/>
                <a:cs typeface="Lucida Sans Unicode"/>
              </a:rPr>
              <a:t>t</a:t>
            </a:r>
            <a:r>
              <a:rPr sz="4350" spc="-120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t</a:t>
            </a:r>
            <a:r>
              <a:rPr sz="2900" spc="-1645" dirty="0">
                <a:solidFill>
                  <a:schemeClr val="bg1"/>
                </a:solidFill>
                <a:latin typeface="Lucida Sans Unicode"/>
                <a:cs typeface="Lucida Sans Unicode"/>
              </a:rPr>
              <a:t>h</a:t>
            </a:r>
            <a:r>
              <a:rPr sz="4350" spc="-209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h</a:t>
            </a:r>
            <a:r>
              <a:rPr sz="2900" spc="-1470" dirty="0">
                <a:solidFill>
                  <a:schemeClr val="bg1"/>
                </a:solidFill>
                <a:latin typeface="Lucida Sans Unicode"/>
                <a:cs typeface="Lucida Sans Unicode"/>
              </a:rPr>
              <a:t>e</a:t>
            </a:r>
            <a:r>
              <a:rPr sz="4350" spc="22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e</a:t>
            </a:r>
            <a:r>
              <a:rPr sz="4350" spc="-330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 </a:t>
            </a:r>
            <a:r>
              <a:rPr sz="2900" spc="-1664" dirty="0">
                <a:solidFill>
                  <a:schemeClr val="bg1"/>
                </a:solidFill>
                <a:latin typeface="Lucida Sans Unicode"/>
                <a:cs typeface="Lucida Sans Unicode"/>
              </a:rPr>
              <a:t>g</a:t>
            </a:r>
            <a:r>
              <a:rPr sz="4350" spc="-209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g</a:t>
            </a:r>
            <a:r>
              <a:rPr sz="2900" spc="-1645" dirty="0">
                <a:solidFill>
                  <a:schemeClr val="bg1"/>
                </a:solidFill>
                <a:latin typeface="Lucida Sans Unicode"/>
                <a:cs typeface="Lucida Sans Unicode"/>
              </a:rPr>
              <a:t>o</a:t>
            </a:r>
            <a:r>
              <a:rPr sz="4350" spc="-209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o</a:t>
            </a:r>
            <a:r>
              <a:rPr sz="2900" spc="-1470" dirty="0">
                <a:solidFill>
                  <a:schemeClr val="bg1"/>
                </a:solidFill>
                <a:latin typeface="Lucida Sans Unicode"/>
                <a:cs typeface="Lucida Sans Unicode"/>
              </a:rPr>
              <a:t>a</a:t>
            </a:r>
            <a:r>
              <a:rPr sz="4350" spc="-187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a</a:t>
            </a:r>
            <a:r>
              <a:rPr sz="2900" spc="-760" dirty="0">
                <a:solidFill>
                  <a:schemeClr val="bg1"/>
                </a:solidFill>
                <a:latin typeface="Lucida Sans Unicode"/>
                <a:cs typeface="Lucida Sans Unicode"/>
              </a:rPr>
              <a:t>l</a:t>
            </a:r>
            <a:r>
              <a:rPr sz="4350" spc="22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l</a:t>
            </a:r>
            <a:r>
              <a:rPr sz="4350" spc="-330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 </a:t>
            </a:r>
            <a:r>
              <a:rPr sz="2900" spc="-585" dirty="0">
                <a:solidFill>
                  <a:schemeClr val="bg1"/>
                </a:solidFill>
                <a:latin typeface="Lucida Sans Unicode"/>
                <a:cs typeface="Lucida Sans Unicode"/>
              </a:rPr>
              <a:t>i</a:t>
            </a:r>
            <a:r>
              <a:rPr sz="4350" spc="172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i</a:t>
            </a:r>
            <a:r>
              <a:rPr sz="2900" spc="-1170" dirty="0">
                <a:solidFill>
                  <a:schemeClr val="bg1"/>
                </a:solidFill>
                <a:latin typeface="Lucida Sans Unicode"/>
                <a:cs typeface="Lucida Sans Unicode"/>
              </a:rPr>
              <a:t>s</a:t>
            </a:r>
            <a:r>
              <a:rPr sz="4350" spc="284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s</a:t>
            </a:r>
            <a:r>
              <a:rPr sz="4350" spc="-322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 </a:t>
            </a:r>
            <a:r>
              <a:rPr sz="2900" spc="-1555" dirty="0">
                <a:solidFill>
                  <a:schemeClr val="bg1"/>
                </a:solidFill>
                <a:latin typeface="Lucida Sans Unicode"/>
                <a:cs typeface="Lucida Sans Unicode"/>
              </a:rPr>
              <a:t>a</a:t>
            </a:r>
            <a:r>
              <a:rPr sz="4350" spc="-315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a</a:t>
            </a:r>
            <a:r>
              <a:rPr sz="2900" spc="-1750" dirty="0">
                <a:solidFill>
                  <a:schemeClr val="bg1"/>
                </a:solidFill>
                <a:latin typeface="Lucida Sans Unicode"/>
                <a:cs typeface="Lucida Sans Unicode"/>
              </a:rPr>
              <a:t>b</a:t>
            </a:r>
            <a:r>
              <a:rPr sz="4350" spc="-337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b</a:t>
            </a:r>
            <a:r>
              <a:rPr sz="2900" spc="-1730" dirty="0">
                <a:solidFill>
                  <a:schemeClr val="bg1"/>
                </a:solidFill>
                <a:latin typeface="Lucida Sans Unicode"/>
                <a:cs typeface="Lucida Sans Unicode"/>
              </a:rPr>
              <a:t>o</a:t>
            </a:r>
            <a:r>
              <a:rPr sz="4350" spc="-337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o</a:t>
            </a:r>
            <a:r>
              <a:rPr sz="2900" spc="-1455" dirty="0">
                <a:solidFill>
                  <a:schemeClr val="bg1"/>
                </a:solidFill>
                <a:latin typeface="Lucida Sans Unicode"/>
                <a:cs typeface="Lucida Sans Unicode"/>
              </a:rPr>
              <a:t>v</a:t>
            </a:r>
            <a:r>
              <a:rPr sz="4350" spc="-300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v</a:t>
            </a:r>
            <a:r>
              <a:rPr sz="2900" spc="-1555" dirty="0">
                <a:solidFill>
                  <a:schemeClr val="bg1"/>
                </a:solidFill>
                <a:latin typeface="Lucida Sans Unicode"/>
                <a:cs typeface="Lucida Sans Unicode"/>
              </a:rPr>
              <a:t>e</a:t>
            </a:r>
            <a:r>
              <a:rPr sz="4350" spc="-104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e</a:t>
            </a:r>
            <a:r>
              <a:rPr sz="4350" spc="-330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 </a:t>
            </a:r>
            <a:r>
              <a:rPr sz="1350" spc="1639" dirty="0">
                <a:solidFill>
                  <a:schemeClr val="bg1"/>
                </a:solidFill>
                <a:latin typeface="Lucida Sans Unicode"/>
                <a:cs typeface="Lucida Sans Unicode"/>
              </a:rPr>
              <a:t>→</a:t>
            </a:r>
            <a:r>
              <a:rPr sz="1350" spc="405" dirty="0">
                <a:solidFill>
                  <a:schemeClr val="bg1"/>
                </a:solidFill>
                <a:latin typeface="Lucida Sans Unicode"/>
                <a:cs typeface="Lucida Sans Unicode"/>
              </a:rPr>
              <a:t> </a:t>
            </a:r>
            <a:r>
              <a:rPr sz="2900" spc="-2255" dirty="0">
                <a:solidFill>
                  <a:schemeClr val="bg1"/>
                </a:solidFill>
                <a:latin typeface="Lucida Sans Unicode"/>
                <a:cs typeface="Lucida Sans Unicode"/>
              </a:rPr>
              <a:t>N</a:t>
            </a:r>
            <a:r>
              <a:rPr sz="4350" spc="-675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N</a:t>
            </a:r>
            <a:r>
              <a:rPr sz="2900" spc="-2340" dirty="0">
                <a:solidFill>
                  <a:schemeClr val="bg1"/>
                </a:solidFill>
                <a:latin typeface="Lucida Sans Unicode"/>
                <a:cs typeface="Lucida Sans Unicode"/>
              </a:rPr>
              <a:t>O</a:t>
            </a:r>
            <a:r>
              <a:rPr sz="4350" spc="-690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O</a:t>
            </a:r>
            <a:r>
              <a:rPr sz="2900" spc="-1964" dirty="0">
                <a:solidFill>
                  <a:schemeClr val="bg1"/>
                </a:solidFill>
                <a:latin typeface="Lucida Sans Unicode"/>
                <a:cs typeface="Lucida Sans Unicode"/>
              </a:rPr>
              <a:t>R</a:t>
            </a:r>
            <a:r>
              <a:rPr sz="4350" spc="-637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R</a:t>
            </a:r>
            <a:r>
              <a:rPr sz="2900" spc="-1964" dirty="0">
                <a:solidFill>
                  <a:schemeClr val="bg1"/>
                </a:solidFill>
                <a:latin typeface="Lucida Sans Unicode"/>
                <a:cs typeface="Lucida Sans Unicode"/>
              </a:rPr>
              <a:t>T</a:t>
            </a:r>
            <a:r>
              <a:rPr sz="4350" spc="-637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T</a:t>
            </a:r>
            <a:r>
              <a:rPr sz="2900" spc="-2225" dirty="0">
                <a:solidFill>
                  <a:schemeClr val="bg1"/>
                </a:solidFill>
                <a:latin typeface="Lucida Sans Unicode"/>
                <a:cs typeface="Lucida Sans Unicode"/>
              </a:rPr>
              <a:t>H</a:t>
            </a:r>
            <a:r>
              <a:rPr sz="4350" spc="-397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H</a:t>
            </a:r>
            <a:endParaRPr sz="4350" baseline="-2873" dirty="0">
              <a:solidFill>
                <a:schemeClr val="bg1"/>
              </a:solidFill>
              <a:latin typeface="Lucida Sans Unicode"/>
              <a:cs typeface="Lucida Sans Unicode"/>
            </a:endParaRPr>
          </a:p>
          <a:p>
            <a:pPr marL="421640">
              <a:lnSpc>
                <a:spcPct val="100000"/>
              </a:lnSpc>
              <a:spcBef>
                <a:spcPts val="570"/>
              </a:spcBef>
            </a:pPr>
            <a:r>
              <a:rPr sz="2900" spc="-480" dirty="0">
                <a:solidFill>
                  <a:schemeClr val="bg1"/>
                </a:solidFill>
                <a:latin typeface="Lucida Sans Unicode"/>
                <a:cs typeface="Lucida Sans Unicode"/>
              </a:rPr>
              <a:t>I</a:t>
            </a:r>
            <a:r>
              <a:rPr sz="4350" spc="330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I</a:t>
            </a:r>
            <a:r>
              <a:rPr sz="2900" spc="-685" dirty="0">
                <a:solidFill>
                  <a:schemeClr val="bg1"/>
                </a:solidFill>
                <a:latin typeface="Lucida Sans Unicode"/>
                <a:cs typeface="Lucida Sans Unicode"/>
              </a:rPr>
              <a:t>f</a:t>
            </a:r>
            <a:r>
              <a:rPr sz="4350" spc="442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f</a:t>
            </a:r>
            <a:r>
              <a:rPr sz="4350" spc="-307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 </a:t>
            </a:r>
            <a:r>
              <a:rPr sz="2900" spc="-985" dirty="0">
                <a:solidFill>
                  <a:schemeClr val="bg1"/>
                </a:solidFill>
                <a:latin typeface="Lucida Sans Unicode"/>
                <a:cs typeface="Lucida Sans Unicode"/>
              </a:rPr>
              <a:t>t</a:t>
            </a:r>
            <a:r>
              <a:rPr sz="4350" spc="-120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t</a:t>
            </a:r>
            <a:r>
              <a:rPr sz="2900" spc="-1645" dirty="0">
                <a:solidFill>
                  <a:schemeClr val="bg1"/>
                </a:solidFill>
                <a:latin typeface="Lucida Sans Unicode"/>
                <a:cs typeface="Lucida Sans Unicode"/>
              </a:rPr>
              <a:t>h</a:t>
            </a:r>
            <a:r>
              <a:rPr sz="4350" spc="-209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h</a:t>
            </a:r>
            <a:r>
              <a:rPr sz="2900" spc="-1470" dirty="0">
                <a:solidFill>
                  <a:schemeClr val="bg1"/>
                </a:solidFill>
                <a:latin typeface="Lucida Sans Unicode"/>
                <a:cs typeface="Lucida Sans Unicode"/>
              </a:rPr>
              <a:t>e</a:t>
            </a:r>
            <a:r>
              <a:rPr sz="4350" spc="22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e</a:t>
            </a:r>
            <a:r>
              <a:rPr sz="4350" spc="-315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 </a:t>
            </a:r>
            <a:r>
              <a:rPr sz="2900" spc="-1664" dirty="0">
                <a:solidFill>
                  <a:schemeClr val="bg1"/>
                </a:solidFill>
                <a:latin typeface="Lucida Sans Unicode"/>
                <a:cs typeface="Lucida Sans Unicode"/>
              </a:rPr>
              <a:t>g</a:t>
            </a:r>
            <a:r>
              <a:rPr sz="4350" spc="-209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g</a:t>
            </a:r>
            <a:r>
              <a:rPr sz="2900" spc="-1645" dirty="0">
                <a:solidFill>
                  <a:schemeClr val="bg1"/>
                </a:solidFill>
                <a:latin typeface="Lucida Sans Unicode"/>
                <a:cs typeface="Lucida Sans Unicode"/>
              </a:rPr>
              <a:t>o</a:t>
            </a:r>
            <a:r>
              <a:rPr sz="4350" spc="-209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o</a:t>
            </a:r>
            <a:r>
              <a:rPr sz="2900" spc="-1470" dirty="0">
                <a:solidFill>
                  <a:schemeClr val="bg1"/>
                </a:solidFill>
                <a:latin typeface="Lucida Sans Unicode"/>
                <a:cs typeface="Lucida Sans Unicode"/>
              </a:rPr>
              <a:t>a</a:t>
            </a:r>
            <a:r>
              <a:rPr sz="4350" spc="-187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a</a:t>
            </a:r>
            <a:r>
              <a:rPr sz="2900" spc="-760" dirty="0">
                <a:solidFill>
                  <a:schemeClr val="bg1"/>
                </a:solidFill>
                <a:latin typeface="Lucida Sans Unicode"/>
                <a:cs typeface="Lucida Sans Unicode"/>
              </a:rPr>
              <a:t>l</a:t>
            </a:r>
            <a:r>
              <a:rPr sz="4350" spc="22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l</a:t>
            </a:r>
            <a:r>
              <a:rPr sz="4350" spc="-315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 </a:t>
            </a:r>
            <a:r>
              <a:rPr sz="2900" spc="-585" dirty="0">
                <a:solidFill>
                  <a:schemeClr val="bg1"/>
                </a:solidFill>
                <a:latin typeface="Lucida Sans Unicode"/>
                <a:cs typeface="Lucida Sans Unicode"/>
              </a:rPr>
              <a:t>i</a:t>
            </a:r>
            <a:r>
              <a:rPr sz="4350" spc="172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i</a:t>
            </a:r>
            <a:r>
              <a:rPr sz="2900" spc="-1170" dirty="0">
                <a:solidFill>
                  <a:schemeClr val="bg1"/>
                </a:solidFill>
                <a:latin typeface="Lucida Sans Unicode"/>
                <a:cs typeface="Lucida Sans Unicode"/>
              </a:rPr>
              <a:t>s</a:t>
            </a:r>
            <a:r>
              <a:rPr sz="4350" spc="284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s</a:t>
            </a:r>
            <a:r>
              <a:rPr sz="4350" spc="-307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 </a:t>
            </a:r>
            <a:r>
              <a:rPr sz="2900" spc="-1760" dirty="0">
                <a:solidFill>
                  <a:schemeClr val="bg1"/>
                </a:solidFill>
                <a:latin typeface="Lucida Sans Unicode"/>
                <a:cs typeface="Lucida Sans Unicode"/>
              </a:rPr>
              <a:t>b</a:t>
            </a:r>
            <a:r>
              <a:rPr sz="4350" spc="-352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b</a:t>
            </a:r>
            <a:r>
              <a:rPr sz="2900" spc="-1565" dirty="0">
                <a:solidFill>
                  <a:schemeClr val="bg1"/>
                </a:solidFill>
                <a:latin typeface="Lucida Sans Unicode"/>
                <a:cs typeface="Lucida Sans Unicode"/>
              </a:rPr>
              <a:t>e</a:t>
            </a:r>
            <a:r>
              <a:rPr sz="4350" spc="-330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e</a:t>
            </a:r>
            <a:r>
              <a:rPr sz="2900" spc="-855" dirty="0">
                <a:solidFill>
                  <a:schemeClr val="bg1"/>
                </a:solidFill>
                <a:latin typeface="Lucida Sans Unicode"/>
                <a:cs typeface="Lucida Sans Unicode"/>
              </a:rPr>
              <a:t>l</a:t>
            </a:r>
            <a:r>
              <a:rPr sz="4350" spc="-232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l</a:t>
            </a:r>
            <a:r>
              <a:rPr sz="2900" spc="-1739" dirty="0">
                <a:solidFill>
                  <a:schemeClr val="bg1"/>
                </a:solidFill>
                <a:latin typeface="Lucida Sans Unicode"/>
                <a:cs typeface="Lucida Sans Unicode"/>
              </a:rPr>
              <a:t>o</a:t>
            </a:r>
            <a:r>
              <a:rPr sz="4350" spc="-352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o</a:t>
            </a:r>
            <a:r>
              <a:rPr sz="2900" spc="-2155" dirty="0">
                <a:solidFill>
                  <a:schemeClr val="bg1"/>
                </a:solidFill>
                <a:latin typeface="Lucida Sans Unicode"/>
                <a:cs typeface="Lucida Sans Unicode"/>
              </a:rPr>
              <a:t>w</a:t>
            </a:r>
            <a:r>
              <a:rPr sz="4350" spc="-120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w</a:t>
            </a:r>
            <a:r>
              <a:rPr sz="4350" spc="-307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 </a:t>
            </a:r>
            <a:r>
              <a:rPr sz="1350" spc="1639" dirty="0">
                <a:solidFill>
                  <a:schemeClr val="bg1"/>
                </a:solidFill>
                <a:latin typeface="Lucida Sans Unicode"/>
                <a:cs typeface="Lucida Sans Unicode"/>
              </a:rPr>
              <a:t>→</a:t>
            </a:r>
            <a:r>
              <a:rPr sz="1350" spc="415" dirty="0">
                <a:solidFill>
                  <a:schemeClr val="bg1"/>
                </a:solidFill>
                <a:latin typeface="Lucida Sans Unicode"/>
                <a:cs typeface="Lucida Sans Unicode"/>
              </a:rPr>
              <a:t> </a:t>
            </a:r>
            <a:r>
              <a:rPr sz="2900" spc="-1670" dirty="0">
                <a:solidFill>
                  <a:schemeClr val="bg1"/>
                </a:solidFill>
                <a:latin typeface="Lucida Sans Unicode"/>
                <a:cs typeface="Lucida Sans Unicode"/>
              </a:rPr>
              <a:t>S</a:t>
            </a:r>
            <a:r>
              <a:rPr sz="4350" spc="-547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S</a:t>
            </a:r>
            <a:r>
              <a:rPr sz="2900" spc="-2305" dirty="0">
                <a:solidFill>
                  <a:schemeClr val="bg1"/>
                </a:solidFill>
                <a:latin typeface="Lucida Sans Unicode"/>
                <a:cs typeface="Lucida Sans Unicode"/>
              </a:rPr>
              <a:t>O</a:t>
            </a:r>
            <a:r>
              <a:rPr sz="4350" spc="-637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O</a:t>
            </a:r>
            <a:r>
              <a:rPr sz="2900" spc="-2090" dirty="0">
                <a:solidFill>
                  <a:schemeClr val="bg1"/>
                </a:solidFill>
                <a:latin typeface="Lucida Sans Unicode"/>
                <a:cs typeface="Lucida Sans Unicode"/>
              </a:rPr>
              <a:t>U</a:t>
            </a:r>
            <a:r>
              <a:rPr sz="4350" spc="-607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U</a:t>
            </a:r>
            <a:r>
              <a:rPr sz="2900" spc="-1930" dirty="0">
                <a:solidFill>
                  <a:schemeClr val="bg1"/>
                </a:solidFill>
                <a:latin typeface="Lucida Sans Unicode"/>
                <a:cs typeface="Lucida Sans Unicode"/>
              </a:rPr>
              <a:t>T</a:t>
            </a:r>
            <a:r>
              <a:rPr sz="4350" spc="-585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T</a:t>
            </a:r>
            <a:r>
              <a:rPr sz="2900" spc="-2190" dirty="0">
                <a:solidFill>
                  <a:schemeClr val="bg1"/>
                </a:solidFill>
                <a:latin typeface="Lucida Sans Unicode"/>
                <a:cs typeface="Lucida Sans Unicode"/>
              </a:rPr>
              <a:t>H</a:t>
            </a:r>
            <a:r>
              <a:rPr sz="4350" spc="-345" baseline="-2873" dirty="0">
                <a:solidFill>
                  <a:schemeClr val="bg1"/>
                </a:solidFill>
                <a:latin typeface="Lucida Sans Unicode"/>
                <a:cs typeface="Lucida Sans Unicode"/>
              </a:rPr>
              <a:t>H</a:t>
            </a:r>
            <a:endParaRPr sz="4350" baseline="-2873" dirty="0">
              <a:solidFill>
                <a:schemeClr val="bg1"/>
              </a:solidFill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0219758" cy="10286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68241" y="0"/>
              <a:ext cx="10219757" cy="10286999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10614836" y="2040656"/>
            <a:ext cx="6593840" cy="7456170"/>
            <a:chOff x="10614836" y="2040656"/>
            <a:chExt cx="6593840" cy="745617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904931" y="6351898"/>
              <a:ext cx="2865198" cy="297936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1474895" y="2040660"/>
              <a:ext cx="5734050" cy="7456170"/>
            </a:xfrm>
            <a:custGeom>
              <a:avLst/>
              <a:gdLst/>
              <a:ahLst/>
              <a:cxnLst/>
              <a:rect l="l" t="t" r="r" b="b"/>
              <a:pathLst>
                <a:path w="5734050" h="7456170">
                  <a:moveTo>
                    <a:pt x="5733783" y="6646646"/>
                  </a:moveTo>
                  <a:lnTo>
                    <a:pt x="5733770" y="3336226"/>
                  </a:lnTo>
                  <a:lnTo>
                    <a:pt x="5731510" y="3285388"/>
                  </a:lnTo>
                  <a:lnTo>
                    <a:pt x="5724855" y="3235439"/>
                  </a:lnTo>
                  <a:lnTo>
                    <a:pt x="5713920" y="3186633"/>
                  </a:lnTo>
                  <a:lnTo>
                    <a:pt x="5698871" y="3139224"/>
                  </a:lnTo>
                  <a:lnTo>
                    <a:pt x="5679833" y="3093453"/>
                  </a:lnTo>
                  <a:lnTo>
                    <a:pt x="5656948" y="3049562"/>
                  </a:lnTo>
                  <a:lnTo>
                    <a:pt x="5630380" y="3007804"/>
                  </a:lnTo>
                  <a:lnTo>
                    <a:pt x="5600255" y="2968434"/>
                  </a:lnTo>
                  <a:lnTo>
                    <a:pt x="5566727" y="2931693"/>
                  </a:lnTo>
                  <a:lnTo>
                    <a:pt x="5529923" y="2897822"/>
                  </a:lnTo>
                  <a:lnTo>
                    <a:pt x="5489994" y="2867075"/>
                  </a:lnTo>
                  <a:lnTo>
                    <a:pt x="5447093" y="2839707"/>
                  </a:lnTo>
                  <a:lnTo>
                    <a:pt x="573392" y="25857"/>
                  </a:lnTo>
                  <a:lnTo>
                    <a:pt x="526440" y="6337"/>
                  </a:lnTo>
                  <a:lnTo>
                    <a:pt x="478726" y="0"/>
                  </a:lnTo>
                  <a:lnTo>
                    <a:pt x="432231" y="5702"/>
                  </a:lnTo>
                  <a:lnTo>
                    <a:pt x="388924" y="22275"/>
                  </a:lnTo>
                  <a:lnTo>
                    <a:pt x="387032" y="23202"/>
                  </a:lnTo>
                  <a:lnTo>
                    <a:pt x="383311" y="25171"/>
                  </a:lnTo>
                  <a:lnTo>
                    <a:pt x="381406" y="26085"/>
                  </a:lnTo>
                  <a:lnTo>
                    <a:pt x="377672" y="28067"/>
                  </a:lnTo>
                  <a:lnTo>
                    <a:pt x="375780" y="28981"/>
                  </a:lnTo>
                  <a:lnTo>
                    <a:pt x="372071" y="30949"/>
                  </a:lnTo>
                  <a:lnTo>
                    <a:pt x="370166" y="31877"/>
                  </a:lnTo>
                  <a:lnTo>
                    <a:pt x="366433" y="33845"/>
                  </a:lnTo>
                  <a:lnTo>
                    <a:pt x="364540" y="34759"/>
                  </a:lnTo>
                  <a:lnTo>
                    <a:pt x="360819" y="36728"/>
                  </a:lnTo>
                  <a:lnTo>
                    <a:pt x="358914" y="37655"/>
                  </a:lnTo>
                  <a:lnTo>
                    <a:pt x="355193" y="39624"/>
                  </a:lnTo>
                  <a:lnTo>
                    <a:pt x="353288" y="40538"/>
                  </a:lnTo>
                  <a:lnTo>
                    <a:pt x="349567" y="42506"/>
                  </a:lnTo>
                  <a:lnTo>
                    <a:pt x="347675" y="43434"/>
                  </a:lnTo>
                  <a:lnTo>
                    <a:pt x="343954" y="45402"/>
                  </a:lnTo>
                  <a:lnTo>
                    <a:pt x="342061" y="46329"/>
                  </a:lnTo>
                  <a:lnTo>
                    <a:pt x="338328" y="48285"/>
                  </a:lnTo>
                  <a:lnTo>
                    <a:pt x="336448" y="49212"/>
                  </a:lnTo>
                  <a:lnTo>
                    <a:pt x="332714" y="51181"/>
                  </a:lnTo>
                  <a:lnTo>
                    <a:pt x="330809" y="52108"/>
                  </a:lnTo>
                  <a:lnTo>
                    <a:pt x="327088" y="54063"/>
                  </a:lnTo>
                  <a:lnTo>
                    <a:pt x="325196" y="54991"/>
                  </a:lnTo>
                  <a:lnTo>
                    <a:pt x="321462" y="56959"/>
                  </a:lnTo>
                  <a:lnTo>
                    <a:pt x="319570" y="57886"/>
                  </a:lnTo>
                  <a:lnTo>
                    <a:pt x="315849" y="59842"/>
                  </a:lnTo>
                  <a:lnTo>
                    <a:pt x="313956" y="60769"/>
                  </a:lnTo>
                  <a:lnTo>
                    <a:pt x="310222" y="62738"/>
                  </a:lnTo>
                  <a:lnTo>
                    <a:pt x="308330" y="63665"/>
                  </a:lnTo>
                  <a:lnTo>
                    <a:pt x="304609" y="65620"/>
                  </a:lnTo>
                  <a:lnTo>
                    <a:pt x="302704" y="66548"/>
                  </a:lnTo>
                  <a:lnTo>
                    <a:pt x="298983" y="68516"/>
                  </a:lnTo>
                  <a:lnTo>
                    <a:pt x="297091" y="69443"/>
                  </a:lnTo>
                  <a:lnTo>
                    <a:pt x="293357" y="71412"/>
                  </a:lnTo>
                  <a:lnTo>
                    <a:pt x="291465" y="72326"/>
                  </a:lnTo>
                  <a:lnTo>
                    <a:pt x="287743" y="74295"/>
                  </a:lnTo>
                  <a:lnTo>
                    <a:pt x="285838" y="75222"/>
                  </a:lnTo>
                  <a:lnTo>
                    <a:pt x="282117" y="77190"/>
                  </a:lnTo>
                  <a:lnTo>
                    <a:pt x="280225" y="78105"/>
                  </a:lnTo>
                  <a:lnTo>
                    <a:pt x="276504" y="80073"/>
                  </a:lnTo>
                  <a:lnTo>
                    <a:pt x="274612" y="81000"/>
                  </a:lnTo>
                  <a:lnTo>
                    <a:pt x="270878" y="82969"/>
                  </a:lnTo>
                  <a:lnTo>
                    <a:pt x="268986" y="83883"/>
                  </a:lnTo>
                  <a:lnTo>
                    <a:pt x="265252" y="85864"/>
                  </a:lnTo>
                  <a:lnTo>
                    <a:pt x="263359" y="86779"/>
                  </a:lnTo>
                  <a:lnTo>
                    <a:pt x="259638" y="88747"/>
                  </a:lnTo>
                  <a:lnTo>
                    <a:pt x="257733" y="89674"/>
                  </a:lnTo>
                  <a:lnTo>
                    <a:pt x="254012" y="91643"/>
                  </a:lnTo>
                  <a:lnTo>
                    <a:pt x="252120" y="92557"/>
                  </a:lnTo>
                  <a:lnTo>
                    <a:pt x="248399" y="94526"/>
                  </a:lnTo>
                  <a:lnTo>
                    <a:pt x="246494" y="95453"/>
                  </a:lnTo>
                  <a:lnTo>
                    <a:pt x="242773" y="97421"/>
                  </a:lnTo>
                  <a:lnTo>
                    <a:pt x="240868" y="98336"/>
                  </a:lnTo>
                  <a:lnTo>
                    <a:pt x="237147" y="100317"/>
                  </a:lnTo>
                  <a:lnTo>
                    <a:pt x="235254" y="101231"/>
                  </a:lnTo>
                  <a:lnTo>
                    <a:pt x="231533" y="103200"/>
                  </a:lnTo>
                  <a:lnTo>
                    <a:pt x="229628" y="104127"/>
                  </a:lnTo>
                  <a:lnTo>
                    <a:pt x="225907" y="106095"/>
                  </a:lnTo>
                  <a:lnTo>
                    <a:pt x="224015" y="107010"/>
                  </a:lnTo>
                  <a:lnTo>
                    <a:pt x="220281" y="108978"/>
                  </a:lnTo>
                  <a:lnTo>
                    <a:pt x="218389" y="109905"/>
                  </a:lnTo>
                  <a:lnTo>
                    <a:pt x="214668" y="111874"/>
                  </a:lnTo>
                  <a:lnTo>
                    <a:pt x="212775" y="112788"/>
                  </a:lnTo>
                  <a:lnTo>
                    <a:pt x="209054" y="114757"/>
                  </a:lnTo>
                  <a:lnTo>
                    <a:pt x="207149" y="115684"/>
                  </a:lnTo>
                  <a:lnTo>
                    <a:pt x="203428" y="117652"/>
                  </a:lnTo>
                  <a:lnTo>
                    <a:pt x="201523" y="118567"/>
                  </a:lnTo>
                  <a:lnTo>
                    <a:pt x="197802" y="120535"/>
                  </a:lnTo>
                  <a:lnTo>
                    <a:pt x="195897" y="121462"/>
                  </a:lnTo>
                  <a:lnTo>
                    <a:pt x="192176" y="123431"/>
                  </a:lnTo>
                  <a:lnTo>
                    <a:pt x="190284" y="124345"/>
                  </a:lnTo>
                  <a:lnTo>
                    <a:pt x="186563" y="126314"/>
                  </a:lnTo>
                  <a:lnTo>
                    <a:pt x="184670" y="127241"/>
                  </a:lnTo>
                  <a:lnTo>
                    <a:pt x="180936" y="129209"/>
                  </a:lnTo>
                  <a:lnTo>
                    <a:pt x="179044" y="130124"/>
                  </a:lnTo>
                  <a:lnTo>
                    <a:pt x="175323" y="132092"/>
                  </a:lnTo>
                  <a:lnTo>
                    <a:pt x="173418" y="133019"/>
                  </a:lnTo>
                  <a:lnTo>
                    <a:pt x="169697" y="134988"/>
                  </a:lnTo>
                  <a:lnTo>
                    <a:pt x="167792" y="135902"/>
                  </a:lnTo>
                  <a:lnTo>
                    <a:pt x="164071" y="137883"/>
                  </a:lnTo>
                  <a:lnTo>
                    <a:pt x="162179" y="138798"/>
                  </a:lnTo>
                  <a:lnTo>
                    <a:pt x="158457" y="140766"/>
                  </a:lnTo>
                  <a:lnTo>
                    <a:pt x="156565" y="141693"/>
                  </a:lnTo>
                  <a:lnTo>
                    <a:pt x="152831" y="143662"/>
                  </a:lnTo>
                  <a:lnTo>
                    <a:pt x="150926" y="144576"/>
                  </a:lnTo>
                  <a:lnTo>
                    <a:pt x="147218" y="146558"/>
                  </a:lnTo>
                  <a:lnTo>
                    <a:pt x="145326" y="147472"/>
                  </a:lnTo>
                  <a:lnTo>
                    <a:pt x="141592" y="149440"/>
                  </a:lnTo>
                  <a:lnTo>
                    <a:pt x="139700" y="150368"/>
                  </a:lnTo>
                  <a:lnTo>
                    <a:pt x="135966" y="152336"/>
                  </a:lnTo>
                  <a:lnTo>
                    <a:pt x="134073" y="153250"/>
                  </a:lnTo>
                  <a:lnTo>
                    <a:pt x="130352" y="155219"/>
                  </a:lnTo>
                  <a:lnTo>
                    <a:pt x="128447" y="156146"/>
                  </a:lnTo>
                  <a:lnTo>
                    <a:pt x="124726" y="158115"/>
                  </a:lnTo>
                  <a:lnTo>
                    <a:pt x="122834" y="159029"/>
                  </a:lnTo>
                  <a:lnTo>
                    <a:pt x="119113" y="160997"/>
                  </a:lnTo>
                  <a:lnTo>
                    <a:pt x="117208" y="161925"/>
                  </a:lnTo>
                  <a:lnTo>
                    <a:pt x="113487" y="163893"/>
                  </a:lnTo>
                  <a:lnTo>
                    <a:pt x="111582" y="164807"/>
                  </a:lnTo>
                  <a:lnTo>
                    <a:pt x="64833" y="195287"/>
                  </a:lnTo>
                  <a:lnTo>
                    <a:pt x="30670" y="234518"/>
                  </a:lnTo>
                  <a:lnTo>
                    <a:pt x="8140" y="282867"/>
                  </a:lnTo>
                  <a:lnTo>
                    <a:pt x="25" y="338772"/>
                  </a:lnTo>
                  <a:lnTo>
                    <a:pt x="0" y="3649180"/>
                  </a:lnTo>
                  <a:lnTo>
                    <a:pt x="2247" y="3700018"/>
                  </a:lnTo>
                  <a:lnTo>
                    <a:pt x="8915" y="3749967"/>
                  </a:lnTo>
                  <a:lnTo>
                    <a:pt x="19850" y="3798773"/>
                  </a:lnTo>
                  <a:lnTo>
                    <a:pt x="34899" y="3846182"/>
                  </a:lnTo>
                  <a:lnTo>
                    <a:pt x="53936" y="3891953"/>
                  </a:lnTo>
                  <a:lnTo>
                    <a:pt x="76809" y="3935844"/>
                  </a:lnTo>
                  <a:lnTo>
                    <a:pt x="103378" y="3977602"/>
                  </a:lnTo>
                  <a:lnTo>
                    <a:pt x="133502" y="4016972"/>
                  </a:lnTo>
                  <a:lnTo>
                    <a:pt x="167043" y="4053713"/>
                  </a:lnTo>
                  <a:lnTo>
                    <a:pt x="203847" y="4087584"/>
                  </a:lnTo>
                  <a:lnTo>
                    <a:pt x="243763" y="4118330"/>
                  </a:lnTo>
                  <a:lnTo>
                    <a:pt x="286702" y="4145711"/>
                  </a:lnTo>
                  <a:lnTo>
                    <a:pt x="3295231" y="5882703"/>
                  </a:lnTo>
                  <a:lnTo>
                    <a:pt x="3295231" y="6543802"/>
                  </a:lnTo>
                  <a:lnTo>
                    <a:pt x="2008543" y="7290600"/>
                  </a:lnTo>
                  <a:lnTo>
                    <a:pt x="430034" y="6380251"/>
                  </a:lnTo>
                  <a:lnTo>
                    <a:pt x="430034" y="6543802"/>
                  </a:lnTo>
                  <a:lnTo>
                    <a:pt x="2006828" y="7456119"/>
                  </a:lnTo>
                  <a:lnTo>
                    <a:pt x="3440277" y="6628524"/>
                  </a:lnTo>
                  <a:lnTo>
                    <a:pt x="3440277" y="5966447"/>
                  </a:lnTo>
                  <a:lnTo>
                    <a:pt x="5160416" y="6959574"/>
                  </a:lnTo>
                  <a:lnTo>
                    <a:pt x="5207368" y="6979094"/>
                  </a:lnTo>
                  <a:lnTo>
                    <a:pt x="5255082" y="6985419"/>
                  </a:lnTo>
                  <a:lnTo>
                    <a:pt x="5301577" y="6979717"/>
                  </a:lnTo>
                  <a:lnTo>
                    <a:pt x="5344871" y="6963156"/>
                  </a:lnTo>
                  <a:lnTo>
                    <a:pt x="5346776" y="6962229"/>
                  </a:lnTo>
                  <a:lnTo>
                    <a:pt x="5350497" y="6960260"/>
                  </a:lnTo>
                  <a:lnTo>
                    <a:pt x="5352402" y="6959333"/>
                  </a:lnTo>
                  <a:lnTo>
                    <a:pt x="5356123" y="6957365"/>
                  </a:lnTo>
                  <a:lnTo>
                    <a:pt x="5358015" y="6956438"/>
                  </a:lnTo>
                  <a:lnTo>
                    <a:pt x="5361737" y="6954482"/>
                  </a:lnTo>
                  <a:lnTo>
                    <a:pt x="5363642" y="6953555"/>
                  </a:lnTo>
                  <a:lnTo>
                    <a:pt x="5367363" y="6951586"/>
                  </a:lnTo>
                  <a:lnTo>
                    <a:pt x="5369255" y="6950659"/>
                  </a:lnTo>
                  <a:lnTo>
                    <a:pt x="5372989" y="6948703"/>
                  </a:lnTo>
                  <a:lnTo>
                    <a:pt x="5374881" y="6947776"/>
                  </a:lnTo>
                  <a:lnTo>
                    <a:pt x="5378602" y="6945808"/>
                  </a:lnTo>
                  <a:lnTo>
                    <a:pt x="5380494" y="6944893"/>
                  </a:lnTo>
                  <a:lnTo>
                    <a:pt x="5384228" y="6942912"/>
                  </a:lnTo>
                  <a:lnTo>
                    <a:pt x="5386121" y="6941998"/>
                  </a:lnTo>
                  <a:lnTo>
                    <a:pt x="5389842" y="6940029"/>
                  </a:lnTo>
                  <a:lnTo>
                    <a:pt x="5391734" y="6939115"/>
                  </a:lnTo>
                  <a:lnTo>
                    <a:pt x="5395468" y="6937134"/>
                  </a:lnTo>
                  <a:lnTo>
                    <a:pt x="5397360" y="6936206"/>
                  </a:lnTo>
                  <a:lnTo>
                    <a:pt x="5401094" y="6934238"/>
                  </a:lnTo>
                  <a:lnTo>
                    <a:pt x="5402986" y="6933324"/>
                  </a:lnTo>
                  <a:lnTo>
                    <a:pt x="5406707" y="6931355"/>
                  </a:lnTo>
                  <a:lnTo>
                    <a:pt x="5408612" y="6930441"/>
                  </a:lnTo>
                  <a:lnTo>
                    <a:pt x="5412321" y="6928472"/>
                  </a:lnTo>
                  <a:lnTo>
                    <a:pt x="5414226" y="6927545"/>
                  </a:lnTo>
                  <a:lnTo>
                    <a:pt x="5417959" y="6925577"/>
                  </a:lnTo>
                  <a:lnTo>
                    <a:pt x="5419852" y="6924662"/>
                  </a:lnTo>
                  <a:lnTo>
                    <a:pt x="5423573" y="6922681"/>
                  </a:lnTo>
                  <a:lnTo>
                    <a:pt x="5425465" y="6921767"/>
                  </a:lnTo>
                  <a:lnTo>
                    <a:pt x="5429199" y="6919798"/>
                  </a:lnTo>
                  <a:lnTo>
                    <a:pt x="5431091" y="6918871"/>
                  </a:lnTo>
                  <a:lnTo>
                    <a:pt x="5434812" y="6916902"/>
                  </a:lnTo>
                  <a:lnTo>
                    <a:pt x="5436717" y="6915988"/>
                  </a:lnTo>
                  <a:lnTo>
                    <a:pt x="5440438" y="6914020"/>
                  </a:lnTo>
                  <a:lnTo>
                    <a:pt x="5442331" y="6913092"/>
                  </a:lnTo>
                  <a:lnTo>
                    <a:pt x="5446052" y="6911124"/>
                  </a:lnTo>
                  <a:lnTo>
                    <a:pt x="5447944" y="6910210"/>
                  </a:lnTo>
                  <a:lnTo>
                    <a:pt x="5451678" y="6908241"/>
                  </a:lnTo>
                  <a:lnTo>
                    <a:pt x="5453570" y="6907314"/>
                  </a:lnTo>
                  <a:lnTo>
                    <a:pt x="5457304" y="6905345"/>
                  </a:lnTo>
                  <a:lnTo>
                    <a:pt x="5459196" y="6904431"/>
                  </a:lnTo>
                  <a:lnTo>
                    <a:pt x="5462917" y="6902463"/>
                  </a:lnTo>
                  <a:lnTo>
                    <a:pt x="5464822" y="6901535"/>
                  </a:lnTo>
                  <a:lnTo>
                    <a:pt x="5468544" y="6899567"/>
                  </a:lnTo>
                  <a:lnTo>
                    <a:pt x="5470436" y="6898653"/>
                  </a:lnTo>
                  <a:lnTo>
                    <a:pt x="5474170" y="6896671"/>
                  </a:lnTo>
                  <a:lnTo>
                    <a:pt x="5476062" y="6895757"/>
                  </a:lnTo>
                  <a:lnTo>
                    <a:pt x="5479770" y="6893788"/>
                  </a:lnTo>
                  <a:lnTo>
                    <a:pt x="5481675" y="6892874"/>
                  </a:lnTo>
                  <a:lnTo>
                    <a:pt x="5485409" y="6890893"/>
                  </a:lnTo>
                  <a:lnTo>
                    <a:pt x="5487301" y="6889978"/>
                  </a:lnTo>
                  <a:lnTo>
                    <a:pt x="5491023" y="6888010"/>
                  </a:lnTo>
                  <a:lnTo>
                    <a:pt x="5492928" y="6887083"/>
                  </a:lnTo>
                  <a:lnTo>
                    <a:pt x="5496649" y="6885114"/>
                  </a:lnTo>
                  <a:lnTo>
                    <a:pt x="5498541" y="6884200"/>
                  </a:lnTo>
                  <a:lnTo>
                    <a:pt x="5502275" y="6882219"/>
                  </a:lnTo>
                  <a:lnTo>
                    <a:pt x="5504167" y="6881304"/>
                  </a:lnTo>
                  <a:lnTo>
                    <a:pt x="5507888" y="6879336"/>
                  </a:lnTo>
                  <a:lnTo>
                    <a:pt x="5509780" y="6878409"/>
                  </a:lnTo>
                  <a:lnTo>
                    <a:pt x="5513514" y="6876440"/>
                  </a:lnTo>
                  <a:lnTo>
                    <a:pt x="5515407" y="6875526"/>
                  </a:lnTo>
                  <a:lnTo>
                    <a:pt x="5519128" y="6873557"/>
                  </a:lnTo>
                  <a:lnTo>
                    <a:pt x="5521033" y="6872643"/>
                  </a:lnTo>
                  <a:lnTo>
                    <a:pt x="5524754" y="6870662"/>
                  </a:lnTo>
                  <a:lnTo>
                    <a:pt x="5526646" y="6869747"/>
                  </a:lnTo>
                  <a:lnTo>
                    <a:pt x="5530380" y="6867779"/>
                  </a:lnTo>
                  <a:lnTo>
                    <a:pt x="5532285" y="6866852"/>
                  </a:lnTo>
                  <a:lnTo>
                    <a:pt x="5535993" y="6864883"/>
                  </a:lnTo>
                  <a:lnTo>
                    <a:pt x="5537886" y="6863969"/>
                  </a:lnTo>
                  <a:lnTo>
                    <a:pt x="5541619" y="6862000"/>
                  </a:lnTo>
                  <a:lnTo>
                    <a:pt x="5543512" y="6861073"/>
                  </a:lnTo>
                  <a:lnTo>
                    <a:pt x="5547233" y="6859105"/>
                  </a:lnTo>
                  <a:lnTo>
                    <a:pt x="5549125" y="6858190"/>
                  </a:lnTo>
                  <a:lnTo>
                    <a:pt x="5552872" y="6856222"/>
                  </a:lnTo>
                  <a:lnTo>
                    <a:pt x="5554764" y="6855295"/>
                  </a:lnTo>
                  <a:lnTo>
                    <a:pt x="5558485" y="6853326"/>
                  </a:lnTo>
                  <a:lnTo>
                    <a:pt x="5560377" y="6852412"/>
                  </a:lnTo>
                  <a:lnTo>
                    <a:pt x="5564111" y="6850443"/>
                  </a:lnTo>
                  <a:lnTo>
                    <a:pt x="5566003" y="6849516"/>
                  </a:lnTo>
                  <a:lnTo>
                    <a:pt x="5569724" y="6847548"/>
                  </a:lnTo>
                  <a:lnTo>
                    <a:pt x="5571617" y="6846633"/>
                  </a:lnTo>
                  <a:lnTo>
                    <a:pt x="5575351" y="6844665"/>
                  </a:lnTo>
                  <a:lnTo>
                    <a:pt x="5577243" y="6843738"/>
                  </a:lnTo>
                  <a:lnTo>
                    <a:pt x="5580964" y="6841769"/>
                  </a:lnTo>
                  <a:lnTo>
                    <a:pt x="5582869" y="6840855"/>
                  </a:lnTo>
                  <a:lnTo>
                    <a:pt x="5586590" y="6838874"/>
                  </a:lnTo>
                  <a:lnTo>
                    <a:pt x="5588482" y="6837959"/>
                  </a:lnTo>
                  <a:lnTo>
                    <a:pt x="5592216" y="6835991"/>
                  </a:lnTo>
                  <a:lnTo>
                    <a:pt x="5594108" y="6835064"/>
                  </a:lnTo>
                  <a:lnTo>
                    <a:pt x="5597830" y="6833095"/>
                  </a:lnTo>
                  <a:lnTo>
                    <a:pt x="5599722" y="6832181"/>
                  </a:lnTo>
                  <a:lnTo>
                    <a:pt x="5603456" y="6830212"/>
                  </a:lnTo>
                  <a:lnTo>
                    <a:pt x="5605348" y="6829298"/>
                  </a:lnTo>
                  <a:lnTo>
                    <a:pt x="5609082" y="6827317"/>
                  </a:lnTo>
                  <a:lnTo>
                    <a:pt x="5610974" y="6826402"/>
                  </a:lnTo>
                  <a:lnTo>
                    <a:pt x="5614695" y="6824434"/>
                  </a:lnTo>
                  <a:lnTo>
                    <a:pt x="5616587" y="6823507"/>
                  </a:lnTo>
                  <a:lnTo>
                    <a:pt x="5620321" y="6821538"/>
                  </a:lnTo>
                  <a:lnTo>
                    <a:pt x="5622214" y="6820611"/>
                  </a:lnTo>
                  <a:lnTo>
                    <a:pt x="5625947" y="6818643"/>
                  </a:lnTo>
                  <a:lnTo>
                    <a:pt x="5668975" y="6790131"/>
                  </a:lnTo>
                  <a:lnTo>
                    <a:pt x="5703138" y="6750913"/>
                  </a:lnTo>
                  <a:lnTo>
                    <a:pt x="5725655" y="6702565"/>
                  </a:lnTo>
                  <a:lnTo>
                    <a:pt x="5733783" y="6646646"/>
                  </a:lnTo>
                  <a:close/>
                </a:path>
              </a:pathLst>
            </a:custGeom>
            <a:solidFill>
              <a:srgbClr val="2500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474899" y="2188173"/>
              <a:ext cx="5447094" cy="683778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5201850" y="4667909"/>
              <a:ext cx="1433830" cy="3269615"/>
            </a:xfrm>
            <a:custGeom>
              <a:avLst/>
              <a:gdLst/>
              <a:ahLst/>
              <a:cxnLst/>
              <a:rect l="l" t="t" r="r" b="b"/>
              <a:pathLst>
                <a:path w="1433830" h="3269615">
                  <a:moveTo>
                    <a:pt x="1433449" y="2842641"/>
                  </a:moveTo>
                  <a:lnTo>
                    <a:pt x="1428991" y="2792247"/>
                  </a:lnTo>
                  <a:lnTo>
                    <a:pt x="1415986" y="2744127"/>
                  </a:lnTo>
                  <a:lnTo>
                    <a:pt x="1395031" y="2699296"/>
                  </a:lnTo>
                  <a:lnTo>
                    <a:pt x="1366685" y="2658732"/>
                  </a:lnTo>
                  <a:lnTo>
                    <a:pt x="1331518" y="2623413"/>
                  </a:lnTo>
                  <a:lnTo>
                    <a:pt x="1290104" y="2594356"/>
                  </a:lnTo>
                  <a:lnTo>
                    <a:pt x="143344" y="1932279"/>
                  </a:lnTo>
                  <a:lnTo>
                    <a:pt x="103974" y="1919693"/>
                  </a:lnTo>
                  <a:lnTo>
                    <a:pt x="65366" y="1924329"/>
                  </a:lnTo>
                  <a:lnTo>
                    <a:pt x="32118" y="1943531"/>
                  </a:lnTo>
                  <a:lnTo>
                    <a:pt x="8801" y="1974646"/>
                  </a:lnTo>
                  <a:lnTo>
                    <a:pt x="0" y="2015032"/>
                  </a:lnTo>
                  <a:lnTo>
                    <a:pt x="0" y="2346071"/>
                  </a:lnTo>
                  <a:lnTo>
                    <a:pt x="4457" y="2396477"/>
                  </a:lnTo>
                  <a:lnTo>
                    <a:pt x="17462" y="2444585"/>
                  </a:lnTo>
                  <a:lnTo>
                    <a:pt x="38417" y="2489428"/>
                  </a:lnTo>
                  <a:lnTo>
                    <a:pt x="66763" y="2529992"/>
                  </a:lnTo>
                  <a:lnTo>
                    <a:pt x="101930" y="2565298"/>
                  </a:lnTo>
                  <a:lnTo>
                    <a:pt x="143344" y="2594356"/>
                  </a:lnTo>
                  <a:lnTo>
                    <a:pt x="1290104" y="3256445"/>
                  </a:lnTo>
                  <a:lnTo>
                    <a:pt x="1329474" y="3269018"/>
                  </a:lnTo>
                  <a:lnTo>
                    <a:pt x="1368082" y="3264382"/>
                  </a:lnTo>
                  <a:lnTo>
                    <a:pt x="1401330" y="3245180"/>
                  </a:lnTo>
                  <a:lnTo>
                    <a:pt x="1424647" y="3214065"/>
                  </a:lnTo>
                  <a:lnTo>
                    <a:pt x="1433449" y="3173679"/>
                  </a:lnTo>
                  <a:lnTo>
                    <a:pt x="1433449" y="2842641"/>
                  </a:lnTo>
                  <a:close/>
                </a:path>
                <a:path w="1433830" h="3269615">
                  <a:moveTo>
                    <a:pt x="1433449" y="1019886"/>
                  </a:moveTo>
                  <a:lnTo>
                    <a:pt x="1431201" y="969352"/>
                  </a:lnTo>
                  <a:lnTo>
                    <a:pt x="1424584" y="919708"/>
                  </a:lnTo>
                  <a:lnTo>
                    <a:pt x="1413713" y="871207"/>
                  </a:lnTo>
                  <a:lnTo>
                    <a:pt x="1398752" y="824077"/>
                  </a:lnTo>
                  <a:lnTo>
                    <a:pt x="1379829" y="778586"/>
                  </a:lnTo>
                  <a:lnTo>
                    <a:pt x="1357096" y="734961"/>
                  </a:lnTo>
                  <a:lnTo>
                    <a:pt x="1330693" y="693458"/>
                  </a:lnTo>
                  <a:lnTo>
                    <a:pt x="1300746" y="654329"/>
                  </a:lnTo>
                  <a:lnTo>
                    <a:pt x="1267421" y="617804"/>
                  </a:lnTo>
                  <a:lnTo>
                    <a:pt x="1230845" y="584136"/>
                  </a:lnTo>
                  <a:lnTo>
                    <a:pt x="1191158" y="553580"/>
                  </a:lnTo>
                  <a:lnTo>
                    <a:pt x="1148511" y="526376"/>
                  </a:lnTo>
                  <a:lnTo>
                    <a:pt x="280390" y="25171"/>
                  </a:lnTo>
                  <a:lnTo>
                    <a:pt x="237947" y="7035"/>
                  </a:lnTo>
                  <a:lnTo>
                    <a:pt x="194741" y="0"/>
                  </a:lnTo>
                  <a:lnTo>
                    <a:pt x="152311" y="3187"/>
                  </a:lnTo>
                  <a:lnTo>
                    <a:pt x="112179" y="15697"/>
                  </a:lnTo>
                  <a:lnTo>
                    <a:pt x="75895" y="36639"/>
                  </a:lnTo>
                  <a:lnTo>
                    <a:pt x="45008" y="65138"/>
                  </a:lnTo>
                  <a:lnTo>
                    <a:pt x="21031" y="100291"/>
                  </a:lnTo>
                  <a:lnTo>
                    <a:pt x="5511" y="141224"/>
                  </a:lnTo>
                  <a:lnTo>
                    <a:pt x="0" y="187045"/>
                  </a:lnTo>
                  <a:lnTo>
                    <a:pt x="0" y="1189469"/>
                  </a:lnTo>
                  <a:lnTo>
                    <a:pt x="2247" y="1240015"/>
                  </a:lnTo>
                  <a:lnTo>
                    <a:pt x="8864" y="1289659"/>
                  </a:lnTo>
                  <a:lnTo>
                    <a:pt x="19735" y="1338160"/>
                  </a:lnTo>
                  <a:lnTo>
                    <a:pt x="34696" y="1385290"/>
                  </a:lnTo>
                  <a:lnTo>
                    <a:pt x="53619" y="1430782"/>
                  </a:lnTo>
                  <a:lnTo>
                    <a:pt x="76352" y="1474406"/>
                  </a:lnTo>
                  <a:lnTo>
                    <a:pt x="102755" y="1515910"/>
                  </a:lnTo>
                  <a:lnTo>
                    <a:pt x="132702" y="1555038"/>
                  </a:lnTo>
                  <a:lnTo>
                    <a:pt x="166027" y="1591564"/>
                  </a:lnTo>
                  <a:lnTo>
                    <a:pt x="202603" y="1625219"/>
                  </a:lnTo>
                  <a:lnTo>
                    <a:pt x="242290" y="1655775"/>
                  </a:lnTo>
                  <a:lnTo>
                    <a:pt x="284937" y="1682991"/>
                  </a:lnTo>
                  <a:lnTo>
                    <a:pt x="1153045" y="2184196"/>
                  </a:lnTo>
                  <a:lnTo>
                    <a:pt x="1195489" y="2202332"/>
                  </a:lnTo>
                  <a:lnTo>
                    <a:pt x="1238694" y="2209368"/>
                  </a:lnTo>
                  <a:lnTo>
                    <a:pt x="1281137" y="2206180"/>
                  </a:lnTo>
                  <a:lnTo>
                    <a:pt x="1321257" y="2193671"/>
                  </a:lnTo>
                  <a:lnTo>
                    <a:pt x="1357541" y="2172728"/>
                  </a:lnTo>
                  <a:lnTo>
                    <a:pt x="1388440" y="2144230"/>
                  </a:lnTo>
                  <a:lnTo>
                    <a:pt x="1412417" y="2109063"/>
                  </a:lnTo>
                  <a:lnTo>
                    <a:pt x="1427924" y="2068131"/>
                  </a:lnTo>
                  <a:lnTo>
                    <a:pt x="1433449" y="2022309"/>
                  </a:lnTo>
                  <a:lnTo>
                    <a:pt x="1433449" y="1019886"/>
                  </a:lnTo>
                  <a:close/>
                </a:path>
              </a:pathLst>
            </a:custGeom>
            <a:solidFill>
              <a:srgbClr val="FFFFFF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631891" y="5240081"/>
              <a:ext cx="573375" cy="106469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0614825" y="2676092"/>
              <a:ext cx="4013835" cy="4358005"/>
            </a:xfrm>
            <a:custGeom>
              <a:avLst/>
              <a:gdLst/>
              <a:ahLst/>
              <a:cxnLst/>
              <a:rect l="l" t="t" r="r" b="b"/>
              <a:pathLst>
                <a:path w="4013834" h="4358005">
                  <a:moveTo>
                    <a:pt x="4013657" y="1847824"/>
                  </a:moveTo>
                  <a:lnTo>
                    <a:pt x="4011396" y="1796973"/>
                  </a:lnTo>
                  <a:lnTo>
                    <a:pt x="4004741" y="1747024"/>
                  </a:lnTo>
                  <a:lnTo>
                    <a:pt x="3993807" y="1698218"/>
                  </a:lnTo>
                  <a:lnTo>
                    <a:pt x="3978745" y="1650809"/>
                  </a:lnTo>
                  <a:lnTo>
                    <a:pt x="3959707" y="1605026"/>
                  </a:lnTo>
                  <a:lnTo>
                    <a:pt x="3936835" y="1561134"/>
                  </a:lnTo>
                  <a:lnTo>
                    <a:pt x="3910266" y="1519377"/>
                  </a:lnTo>
                  <a:lnTo>
                    <a:pt x="3880142" y="1480007"/>
                  </a:lnTo>
                  <a:lnTo>
                    <a:pt x="3846601" y="1443266"/>
                  </a:lnTo>
                  <a:lnTo>
                    <a:pt x="3809796" y="1409395"/>
                  </a:lnTo>
                  <a:lnTo>
                    <a:pt x="3769868" y="1378648"/>
                  </a:lnTo>
                  <a:lnTo>
                    <a:pt x="3726967" y="1351267"/>
                  </a:lnTo>
                  <a:lnTo>
                    <a:pt x="1430629" y="25476"/>
                  </a:lnTo>
                  <a:lnTo>
                    <a:pt x="1387665" y="7112"/>
                  </a:lnTo>
                  <a:lnTo>
                    <a:pt x="1343926" y="0"/>
                  </a:lnTo>
                  <a:lnTo>
                    <a:pt x="1300962" y="3213"/>
                  </a:lnTo>
                  <a:lnTo>
                    <a:pt x="1260335" y="15887"/>
                  </a:lnTo>
                  <a:lnTo>
                    <a:pt x="1223606" y="37096"/>
                  </a:lnTo>
                  <a:lnTo>
                    <a:pt x="1192326" y="65938"/>
                  </a:lnTo>
                  <a:lnTo>
                    <a:pt x="1168044" y="101536"/>
                  </a:lnTo>
                  <a:lnTo>
                    <a:pt x="1152347" y="142976"/>
                  </a:lnTo>
                  <a:lnTo>
                    <a:pt x="1146759" y="189369"/>
                  </a:lnTo>
                  <a:lnTo>
                    <a:pt x="1146759" y="192633"/>
                  </a:lnTo>
                  <a:lnTo>
                    <a:pt x="857250" y="25476"/>
                  </a:lnTo>
                  <a:lnTo>
                    <a:pt x="814285" y="7112"/>
                  </a:lnTo>
                  <a:lnTo>
                    <a:pt x="770547" y="0"/>
                  </a:lnTo>
                  <a:lnTo>
                    <a:pt x="727583" y="3213"/>
                  </a:lnTo>
                  <a:lnTo>
                    <a:pt x="686955" y="15887"/>
                  </a:lnTo>
                  <a:lnTo>
                    <a:pt x="650227" y="37096"/>
                  </a:lnTo>
                  <a:lnTo>
                    <a:pt x="618947" y="65938"/>
                  </a:lnTo>
                  <a:lnTo>
                    <a:pt x="594677" y="101536"/>
                  </a:lnTo>
                  <a:lnTo>
                    <a:pt x="578967" y="142976"/>
                  </a:lnTo>
                  <a:lnTo>
                    <a:pt x="573392" y="189369"/>
                  </a:lnTo>
                  <a:lnTo>
                    <a:pt x="573392" y="192633"/>
                  </a:lnTo>
                  <a:lnTo>
                    <a:pt x="283870" y="25476"/>
                  </a:lnTo>
                  <a:lnTo>
                    <a:pt x="240906" y="7112"/>
                  </a:lnTo>
                  <a:lnTo>
                    <a:pt x="197167" y="0"/>
                  </a:lnTo>
                  <a:lnTo>
                    <a:pt x="154203" y="3213"/>
                  </a:lnTo>
                  <a:lnTo>
                    <a:pt x="113576" y="15887"/>
                  </a:lnTo>
                  <a:lnTo>
                    <a:pt x="76847" y="37096"/>
                  </a:lnTo>
                  <a:lnTo>
                    <a:pt x="45567" y="65938"/>
                  </a:lnTo>
                  <a:lnTo>
                    <a:pt x="21297" y="101536"/>
                  </a:lnTo>
                  <a:lnTo>
                    <a:pt x="5588" y="142976"/>
                  </a:lnTo>
                  <a:lnTo>
                    <a:pt x="0" y="189369"/>
                  </a:lnTo>
                  <a:lnTo>
                    <a:pt x="0" y="2509901"/>
                  </a:lnTo>
                  <a:lnTo>
                    <a:pt x="2260" y="2560751"/>
                  </a:lnTo>
                  <a:lnTo>
                    <a:pt x="8928" y="2610701"/>
                  </a:lnTo>
                  <a:lnTo>
                    <a:pt x="19850" y="2659507"/>
                  </a:lnTo>
                  <a:lnTo>
                    <a:pt x="34912" y="2706928"/>
                  </a:lnTo>
                  <a:lnTo>
                    <a:pt x="53949" y="2752699"/>
                  </a:lnTo>
                  <a:lnTo>
                    <a:pt x="76822" y="2796590"/>
                  </a:lnTo>
                  <a:lnTo>
                    <a:pt x="103390" y="2838348"/>
                  </a:lnTo>
                  <a:lnTo>
                    <a:pt x="133527" y="2877731"/>
                  </a:lnTo>
                  <a:lnTo>
                    <a:pt x="167055" y="2914472"/>
                  </a:lnTo>
                  <a:lnTo>
                    <a:pt x="203860" y="2948343"/>
                  </a:lnTo>
                  <a:lnTo>
                    <a:pt x="243789" y="2979089"/>
                  </a:lnTo>
                  <a:lnTo>
                    <a:pt x="286689" y="3006471"/>
                  </a:lnTo>
                  <a:lnTo>
                    <a:pt x="2583027" y="4332249"/>
                  </a:lnTo>
                  <a:lnTo>
                    <a:pt x="2625991" y="4350613"/>
                  </a:lnTo>
                  <a:lnTo>
                    <a:pt x="2669730" y="4357738"/>
                  </a:lnTo>
                  <a:lnTo>
                    <a:pt x="2712694" y="4354512"/>
                  </a:lnTo>
                  <a:lnTo>
                    <a:pt x="2753322" y="4341850"/>
                  </a:lnTo>
                  <a:lnTo>
                    <a:pt x="2790050" y="4320641"/>
                  </a:lnTo>
                  <a:lnTo>
                    <a:pt x="2821330" y="4291787"/>
                  </a:lnTo>
                  <a:lnTo>
                    <a:pt x="2845600" y="4256189"/>
                  </a:lnTo>
                  <a:lnTo>
                    <a:pt x="2861310" y="4214749"/>
                  </a:lnTo>
                  <a:lnTo>
                    <a:pt x="2866885" y="4168368"/>
                  </a:lnTo>
                  <a:lnTo>
                    <a:pt x="2866885" y="4165092"/>
                  </a:lnTo>
                  <a:lnTo>
                    <a:pt x="3156420" y="4332249"/>
                  </a:lnTo>
                  <a:lnTo>
                    <a:pt x="3199371" y="4350613"/>
                  </a:lnTo>
                  <a:lnTo>
                    <a:pt x="3243122" y="4357738"/>
                  </a:lnTo>
                  <a:lnTo>
                    <a:pt x="3286074" y="4354512"/>
                  </a:lnTo>
                  <a:lnTo>
                    <a:pt x="3326701" y="4341850"/>
                  </a:lnTo>
                  <a:lnTo>
                    <a:pt x="3363430" y="4320641"/>
                  </a:lnTo>
                  <a:lnTo>
                    <a:pt x="3394710" y="4291787"/>
                  </a:lnTo>
                  <a:lnTo>
                    <a:pt x="3418992" y="4256189"/>
                  </a:lnTo>
                  <a:lnTo>
                    <a:pt x="3434689" y="4214749"/>
                  </a:lnTo>
                  <a:lnTo>
                    <a:pt x="3440277" y="4168368"/>
                  </a:lnTo>
                  <a:lnTo>
                    <a:pt x="3440277" y="4165104"/>
                  </a:lnTo>
                  <a:lnTo>
                    <a:pt x="3729786" y="4332249"/>
                  </a:lnTo>
                  <a:lnTo>
                    <a:pt x="3772751" y="4350613"/>
                  </a:lnTo>
                  <a:lnTo>
                    <a:pt x="3816489" y="4357738"/>
                  </a:lnTo>
                  <a:lnTo>
                    <a:pt x="3859453" y="4354512"/>
                  </a:lnTo>
                  <a:lnTo>
                    <a:pt x="3900081" y="4341850"/>
                  </a:lnTo>
                  <a:lnTo>
                    <a:pt x="3936809" y="4320641"/>
                  </a:lnTo>
                  <a:lnTo>
                    <a:pt x="3968089" y="4291787"/>
                  </a:lnTo>
                  <a:lnTo>
                    <a:pt x="3992359" y="4256189"/>
                  </a:lnTo>
                  <a:lnTo>
                    <a:pt x="4008069" y="4214749"/>
                  </a:lnTo>
                  <a:lnTo>
                    <a:pt x="4013644" y="4168368"/>
                  </a:lnTo>
                  <a:lnTo>
                    <a:pt x="4013657" y="1847824"/>
                  </a:lnTo>
                  <a:close/>
                </a:path>
              </a:pathLst>
            </a:custGeom>
            <a:solidFill>
              <a:srgbClr val="FFFFFF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28700" y="3556958"/>
            <a:ext cx="8867774" cy="2657474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016000" y="526741"/>
            <a:ext cx="8145145" cy="2528570"/>
          </a:xfrm>
          <a:prstGeom prst="rect">
            <a:avLst/>
          </a:prstGeom>
        </p:spPr>
        <p:txBody>
          <a:bodyPr vert="horz" wrap="square" lIns="0" tIns="381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00"/>
              </a:spcBef>
            </a:pPr>
            <a:r>
              <a:rPr sz="5500" dirty="0"/>
              <a:t>Obstacle</a:t>
            </a:r>
            <a:r>
              <a:rPr sz="5500" spc="-235" dirty="0"/>
              <a:t> </a:t>
            </a:r>
            <a:r>
              <a:rPr sz="5500" spc="75" dirty="0"/>
              <a:t>Detection</a:t>
            </a:r>
            <a:endParaRPr sz="5500" dirty="0"/>
          </a:p>
          <a:p>
            <a:pPr marL="12700" marR="5080">
              <a:lnSpc>
                <a:spcPct val="117300"/>
              </a:lnSpc>
              <a:spcBef>
                <a:spcPts val="1055"/>
              </a:spcBef>
            </a:pPr>
            <a:r>
              <a:rPr sz="3250" b="0" spc="-1720" dirty="0">
                <a:latin typeface="Lucida Sans Unicode"/>
                <a:cs typeface="Lucida Sans Unicode"/>
              </a:rPr>
              <a:t>B</a:t>
            </a:r>
            <a:r>
              <a:rPr sz="4875" b="0" spc="-225" baseline="-2564" dirty="0">
                <a:latin typeface="Lucida Sans Unicode"/>
                <a:cs typeface="Lucida Sans Unicode"/>
              </a:rPr>
              <a:t>B</a:t>
            </a:r>
            <a:r>
              <a:rPr sz="3250" b="0" spc="-1664" dirty="0">
                <a:latin typeface="Lucida Sans Unicode"/>
                <a:cs typeface="Lucida Sans Unicode"/>
              </a:rPr>
              <a:t>e</a:t>
            </a:r>
            <a:r>
              <a:rPr sz="4875" b="0" spc="-217" baseline="-2564" dirty="0">
                <a:latin typeface="Lucida Sans Unicode"/>
                <a:cs typeface="Lucida Sans Unicode"/>
              </a:rPr>
              <a:t>e</a:t>
            </a:r>
            <a:r>
              <a:rPr sz="3250" b="0" spc="-1095" dirty="0">
                <a:latin typeface="Lucida Sans Unicode"/>
                <a:cs typeface="Lucida Sans Unicode"/>
              </a:rPr>
              <a:t>f</a:t>
            </a:r>
            <a:r>
              <a:rPr sz="4875" b="0" spc="-142" baseline="-2564" dirty="0">
                <a:latin typeface="Lucida Sans Unicode"/>
                <a:cs typeface="Lucida Sans Unicode"/>
              </a:rPr>
              <a:t>f</a:t>
            </a:r>
            <a:r>
              <a:rPr sz="3250" b="0" spc="-1839" dirty="0">
                <a:latin typeface="Lucida Sans Unicode"/>
                <a:cs typeface="Lucida Sans Unicode"/>
              </a:rPr>
              <a:t>o</a:t>
            </a:r>
            <a:r>
              <a:rPr sz="4875" b="0" spc="-247" baseline="-2564" dirty="0">
                <a:latin typeface="Lucida Sans Unicode"/>
                <a:cs typeface="Lucida Sans Unicode"/>
              </a:rPr>
              <a:t>o</a:t>
            </a:r>
            <a:r>
              <a:rPr sz="3250" b="0" spc="-1210" dirty="0">
                <a:latin typeface="Lucida Sans Unicode"/>
                <a:cs typeface="Lucida Sans Unicode"/>
              </a:rPr>
              <a:t>r</a:t>
            </a:r>
            <a:r>
              <a:rPr sz="4875" b="0" spc="-157" baseline="-2564" dirty="0">
                <a:latin typeface="Lucida Sans Unicode"/>
                <a:cs typeface="Lucida Sans Unicode"/>
              </a:rPr>
              <a:t>r</a:t>
            </a:r>
            <a:r>
              <a:rPr sz="3250" b="0" spc="-1664" dirty="0">
                <a:latin typeface="Lucida Sans Unicode"/>
                <a:cs typeface="Lucida Sans Unicode"/>
              </a:rPr>
              <a:t>e</a:t>
            </a:r>
            <a:r>
              <a:rPr sz="4875" b="0" spc="22" baseline="-2564" dirty="0">
                <a:latin typeface="Lucida Sans Unicode"/>
                <a:cs typeface="Lucida Sans Unicode"/>
              </a:rPr>
              <a:t>e</a:t>
            </a:r>
            <a:r>
              <a:rPr sz="4875" b="0" spc="-382" baseline="-2564" dirty="0">
                <a:latin typeface="Lucida Sans Unicode"/>
                <a:cs typeface="Lucida Sans Unicode"/>
              </a:rPr>
              <a:t> </a:t>
            </a:r>
            <a:r>
              <a:rPr sz="3250" b="0" spc="-2865" dirty="0">
                <a:latin typeface="Lucida Sans Unicode"/>
                <a:cs typeface="Lucida Sans Unicode"/>
              </a:rPr>
              <a:t>m</a:t>
            </a:r>
            <a:r>
              <a:rPr sz="4875" b="0" spc="-480" baseline="-2564" dirty="0">
                <a:latin typeface="Lucida Sans Unicode"/>
                <a:cs typeface="Lucida Sans Unicode"/>
              </a:rPr>
              <a:t>m</a:t>
            </a:r>
            <a:r>
              <a:rPr sz="3250" b="0" spc="-1905" dirty="0">
                <a:latin typeface="Lucida Sans Unicode"/>
                <a:cs typeface="Lucida Sans Unicode"/>
              </a:rPr>
              <a:t>o</a:t>
            </a:r>
            <a:r>
              <a:rPr sz="4875" b="0" spc="-345" baseline="-2564" dirty="0">
                <a:latin typeface="Lucida Sans Unicode"/>
                <a:cs typeface="Lucida Sans Unicode"/>
              </a:rPr>
              <a:t>o</a:t>
            </a:r>
            <a:r>
              <a:rPr sz="3250" b="0" spc="-1610" dirty="0">
                <a:latin typeface="Lucida Sans Unicode"/>
                <a:cs typeface="Lucida Sans Unicode"/>
              </a:rPr>
              <a:t>v</a:t>
            </a:r>
            <a:r>
              <a:rPr sz="4875" b="0" spc="-300" baseline="-2564" dirty="0">
                <a:latin typeface="Lucida Sans Unicode"/>
                <a:cs typeface="Lucida Sans Unicode"/>
              </a:rPr>
              <a:t>v</a:t>
            </a:r>
            <a:r>
              <a:rPr sz="3250" b="0" spc="-919" dirty="0">
                <a:latin typeface="Lucida Sans Unicode"/>
                <a:cs typeface="Lucida Sans Unicode"/>
              </a:rPr>
              <a:t>i</a:t>
            </a:r>
            <a:r>
              <a:rPr sz="4875" b="0" spc="-202" baseline="-2564" dirty="0">
                <a:latin typeface="Lucida Sans Unicode"/>
                <a:cs typeface="Lucida Sans Unicode"/>
              </a:rPr>
              <a:t>i</a:t>
            </a:r>
            <a:r>
              <a:rPr sz="3250" b="0" spc="-1905" dirty="0">
                <a:latin typeface="Lucida Sans Unicode"/>
                <a:cs typeface="Lucida Sans Unicode"/>
              </a:rPr>
              <a:t>n</a:t>
            </a:r>
            <a:r>
              <a:rPr sz="4875" b="0" spc="-345" baseline="-2564" dirty="0">
                <a:latin typeface="Lucida Sans Unicode"/>
                <a:cs typeface="Lucida Sans Unicode"/>
              </a:rPr>
              <a:t>n</a:t>
            </a:r>
            <a:r>
              <a:rPr sz="3250" b="0" spc="-1925" dirty="0">
                <a:latin typeface="Lucida Sans Unicode"/>
                <a:cs typeface="Lucida Sans Unicode"/>
              </a:rPr>
              <a:t>g</a:t>
            </a:r>
            <a:r>
              <a:rPr sz="4875" b="0" spc="-345" baseline="-2564" dirty="0">
                <a:latin typeface="Lucida Sans Unicode"/>
                <a:cs typeface="Lucida Sans Unicode"/>
              </a:rPr>
              <a:t>g</a:t>
            </a:r>
            <a:r>
              <a:rPr sz="3250" b="0" spc="-994" dirty="0">
                <a:latin typeface="Lucida Sans Unicode"/>
                <a:cs typeface="Lucida Sans Unicode"/>
              </a:rPr>
              <a:t>,</a:t>
            </a:r>
            <a:r>
              <a:rPr sz="4875" b="0" spc="-75" baseline="-2564" dirty="0">
                <a:latin typeface="Lucida Sans Unicode"/>
                <a:cs typeface="Lucida Sans Unicode"/>
              </a:rPr>
              <a:t>,</a:t>
            </a:r>
            <a:r>
              <a:rPr sz="4875" b="0" spc="-375" baseline="-2564" dirty="0">
                <a:latin typeface="Lucida Sans Unicode"/>
                <a:cs typeface="Lucida Sans Unicode"/>
              </a:rPr>
              <a:t> </a:t>
            </a:r>
            <a:r>
              <a:rPr sz="3250" b="0" spc="-1105" dirty="0">
                <a:latin typeface="Lucida Sans Unicode"/>
                <a:cs typeface="Lucida Sans Unicode"/>
              </a:rPr>
              <a:t>t</a:t>
            </a:r>
            <a:r>
              <a:rPr sz="4875" b="0" spc="-142" baseline="-2564" dirty="0">
                <a:latin typeface="Lucida Sans Unicode"/>
                <a:cs typeface="Lucida Sans Unicode"/>
              </a:rPr>
              <a:t>t</a:t>
            </a:r>
            <a:r>
              <a:rPr sz="3250" b="0" spc="-1839" dirty="0">
                <a:latin typeface="Lucida Sans Unicode"/>
                <a:cs typeface="Lucida Sans Unicode"/>
              </a:rPr>
              <a:t>h</a:t>
            </a:r>
            <a:r>
              <a:rPr sz="4875" b="0" spc="-247" baseline="-2564" dirty="0">
                <a:latin typeface="Lucida Sans Unicode"/>
                <a:cs typeface="Lucida Sans Unicode"/>
              </a:rPr>
              <a:t>h</a:t>
            </a:r>
            <a:r>
              <a:rPr sz="3250" b="0" spc="-1664" dirty="0">
                <a:latin typeface="Lucida Sans Unicode"/>
                <a:cs typeface="Lucida Sans Unicode"/>
              </a:rPr>
              <a:t>e</a:t>
            </a:r>
            <a:r>
              <a:rPr sz="4875" b="0" spc="22" baseline="-2564" dirty="0">
                <a:latin typeface="Lucida Sans Unicode"/>
                <a:cs typeface="Lucida Sans Unicode"/>
              </a:rPr>
              <a:t>e</a:t>
            </a:r>
            <a:r>
              <a:rPr sz="4875" b="0" spc="-367" baseline="-2564" dirty="0">
                <a:latin typeface="Lucida Sans Unicode"/>
                <a:cs typeface="Lucida Sans Unicode"/>
              </a:rPr>
              <a:t> </a:t>
            </a:r>
            <a:r>
              <a:rPr sz="3250" b="0" spc="-1225" dirty="0">
                <a:latin typeface="Lucida Sans Unicode"/>
                <a:cs typeface="Lucida Sans Unicode"/>
              </a:rPr>
              <a:t>r</a:t>
            </a:r>
            <a:r>
              <a:rPr sz="4875" b="0" spc="-179" baseline="-2564" dirty="0">
                <a:latin typeface="Lucida Sans Unicode"/>
                <a:cs typeface="Lucida Sans Unicode"/>
              </a:rPr>
              <a:t>r</a:t>
            </a:r>
            <a:r>
              <a:rPr sz="3250" b="0" spc="-1855" dirty="0">
                <a:latin typeface="Lucida Sans Unicode"/>
                <a:cs typeface="Lucida Sans Unicode"/>
              </a:rPr>
              <a:t>o</a:t>
            </a:r>
            <a:r>
              <a:rPr sz="4875" b="0" spc="-270" baseline="-2564" dirty="0">
                <a:latin typeface="Lucida Sans Unicode"/>
                <a:cs typeface="Lucida Sans Unicode"/>
              </a:rPr>
              <a:t>o</a:t>
            </a:r>
            <a:r>
              <a:rPr sz="3250" b="0" spc="-1900" dirty="0">
                <a:latin typeface="Lucida Sans Unicode"/>
                <a:cs typeface="Lucida Sans Unicode"/>
              </a:rPr>
              <a:t>b</a:t>
            </a:r>
            <a:r>
              <a:rPr sz="4875" b="0" spc="-277" baseline="-2564" dirty="0">
                <a:latin typeface="Lucida Sans Unicode"/>
                <a:cs typeface="Lucida Sans Unicode"/>
              </a:rPr>
              <a:t>b</a:t>
            </a:r>
            <a:r>
              <a:rPr sz="3250" b="0" spc="-1855" dirty="0">
                <a:latin typeface="Lucida Sans Unicode"/>
                <a:cs typeface="Lucida Sans Unicode"/>
              </a:rPr>
              <a:t>o</a:t>
            </a:r>
            <a:r>
              <a:rPr sz="4875" b="0" spc="-270" baseline="-2564" dirty="0">
                <a:latin typeface="Lucida Sans Unicode"/>
                <a:cs typeface="Lucida Sans Unicode"/>
              </a:rPr>
              <a:t>o</a:t>
            </a:r>
            <a:r>
              <a:rPr sz="3250" b="0" spc="-1120" dirty="0">
                <a:latin typeface="Lucida Sans Unicode"/>
                <a:cs typeface="Lucida Sans Unicode"/>
              </a:rPr>
              <a:t>t</a:t>
            </a:r>
            <a:r>
              <a:rPr sz="4875" b="0" baseline="-2564" dirty="0">
                <a:latin typeface="Lucida Sans Unicode"/>
                <a:cs typeface="Lucida Sans Unicode"/>
              </a:rPr>
              <a:t>t</a:t>
            </a:r>
            <a:r>
              <a:rPr sz="4875" b="0" spc="-367" baseline="-2564" dirty="0">
                <a:latin typeface="Lucida Sans Unicode"/>
                <a:cs typeface="Lucida Sans Unicode"/>
              </a:rPr>
              <a:t> </a:t>
            </a:r>
            <a:r>
              <a:rPr sz="3250" b="0" spc="-1565" dirty="0">
                <a:latin typeface="Lucida Sans Unicode"/>
                <a:cs typeface="Lucida Sans Unicode"/>
              </a:rPr>
              <a:t>c</a:t>
            </a:r>
            <a:r>
              <a:rPr sz="4875" b="0" spc="-277" baseline="-2564" dirty="0">
                <a:latin typeface="Lucida Sans Unicode"/>
                <a:cs typeface="Lucida Sans Unicode"/>
              </a:rPr>
              <a:t>c</a:t>
            </a:r>
            <a:r>
              <a:rPr sz="3250" b="0" spc="-1889" dirty="0">
                <a:latin typeface="Lucida Sans Unicode"/>
                <a:cs typeface="Lucida Sans Unicode"/>
              </a:rPr>
              <a:t>h</a:t>
            </a:r>
            <a:r>
              <a:rPr sz="4875" b="0" spc="-322" baseline="-2564" dirty="0">
                <a:latin typeface="Lucida Sans Unicode"/>
                <a:cs typeface="Lucida Sans Unicode"/>
              </a:rPr>
              <a:t>h</a:t>
            </a:r>
            <a:r>
              <a:rPr sz="3250" b="0" spc="-1714" dirty="0">
                <a:latin typeface="Lucida Sans Unicode"/>
                <a:cs typeface="Lucida Sans Unicode"/>
              </a:rPr>
              <a:t>e</a:t>
            </a:r>
            <a:r>
              <a:rPr sz="4875" b="0" spc="-292" baseline="-2564" dirty="0">
                <a:latin typeface="Lucida Sans Unicode"/>
                <a:cs typeface="Lucida Sans Unicode"/>
              </a:rPr>
              <a:t>e</a:t>
            </a:r>
            <a:r>
              <a:rPr sz="3250" b="0" spc="-1565" dirty="0">
                <a:latin typeface="Lucida Sans Unicode"/>
                <a:cs typeface="Lucida Sans Unicode"/>
              </a:rPr>
              <a:t>c</a:t>
            </a:r>
            <a:r>
              <a:rPr sz="4875" b="0" spc="-277" baseline="-2564" dirty="0">
                <a:latin typeface="Lucida Sans Unicode"/>
                <a:cs typeface="Lucida Sans Unicode"/>
              </a:rPr>
              <a:t>c</a:t>
            </a:r>
            <a:r>
              <a:rPr sz="3250" b="0" spc="-1785" dirty="0">
                <a:latin typeface="Lucida Sans Unicode"/>
                <a:cs typeface="Lucida Sans Unicode"/>
              </a:rPr>
              <a:t>k</a:t>
            </a:r>
            <a:r>
              <a:rPr sz="4875" b="0" spc="-307" baseline="-2564" dirty="0">
                <a:latin typeface="Lucida Sans Unicode"/>
                <a:cs typeface="Lucida Sans Unicode"/>
              </a:rPr>
              <a:t>k</a:t>
            </a:r>
            <a:r>
              <a:rPr sz="3250" b="0" spc="-1565" dirty="0">
                <a:latin typeface="Lucida Sans Unicode"/>
                <a:cs typeface="Lucida Sans Unicode"/>
              </a:rPr>
              <a:t>s</a:t>
            </a:r>
            <a:r>
              <a:rPr sz="4875" b="0" spc="-52" baseline="-2564" dirty="0">
                <a:latin typeface="Lucida Sans Unicode"/>
                <a:cs typeface="Lucida Sans Unicode"/>
              </a:rPr>
              <a:t>s</a:t>
            </a:r>
            <a:r>
              <a:rPr sz="4875" b="0" spc="-375" baseline="-2564" dirty="0">
                <a:latin typeface="Lucida Sans Unicode"/>
                <a:cs typeface="Lucida Sans Unicode"/>
              </a:rPr>
              <a:t> </a:t>
            </a:r>
            <a:r>
              <a:rPr sz="3250" b="0" spc="-1105" dirty="0">
                <a:latin typeface="Lucida Sans Unicode"/>
                <a:cs typeface="Lucida Sans Unicode"/>
              </a:rPr>
              <a:t>t</a:t>
            </a:r>
            <a:r>
              <a:rPr sz="4875" b="0" spc="-142" baseline="-2564" dirty="0">
                <a:latin typeface="Lucida Sans Unicode"/>
                <a:cs typeface="Lucida Sans Unicode"/>
              </a:rPr>
              <a:t>t</a:t>
            </a:r>
            <a:r>
              <a:rPr sz="3250" b="0" spc="-1839" dirty="0">
                <a:latin typeface="Lucida Sans Unicode"/>
                <a:cs typeface="Lucida Sans Unicode"/>
              </a:rPr>
              <a:t>h</a:t>
            </a:r>
            <a:r>
              <a:rPr sz="4875" b="0" spc="-247" baseline="-2564" dirty="0">
                <a:latin typeface="Lucida Sans Unicode"/>
                <a:cs typeface="Lucida Sans Unicode"/>
              </a:rPr>
              <a:t>h</a:t>
            </a:r>
            <a:r>
              <a:rPr sz="3250" b="0" spc="-1664" dirty="0">
                <a:latin typeface="Lucida Sans Unicode"/>
                <a:cs typeface="Lucida Sans Unicode"/>
              </a:rPr>
              <a:t>e</a:t>
            </a:r>
            <a:r>
              <a:rPr sz="4875" b="0" spc="22" baseline="-2564" dirty="0">
                <a:latin typeface="Lucida Sans Unicode"/>
                <a:cs typeface="Lucida Sans Unicode"/>
              </a:rPr>
              <a:t>e</a:t>
            </a:r>
            <a:r>
              <a:rPr sz="4875" b="0" spc="-367" baseline="-2564" dirty="0">
                <a:latin typeface="Lucida Sans Unicode"/>
                <a:cs typeface="Lucida Sans Unicode"/>
              </a:rPr>
              <a:t> </a:t>
            </a:r>
            <a:r>
              <a:rPr sz="3250" b="0" spc="-1885" dirty="0">
                <a:latin typeface="Lucida Sans Unicode"/>
                <a:cs typeface="Lucida Sans Unicode"/>
              </a:rPr>
              <a:t>n</a:t>
            </a:r>
            <a:r>
              <a:rPr sz="4875" b="0" spc="-315" baseline="-2564" dirty="0">
                <a:latin typeface="Lucida Sans Unicode"/>
                <a:cs typeface="Lucida Sans Unicode"/>
              </a:rPr>
              <a:t>n</a:t>
            </a:r>
            <a:r>
              <a:rPr sz="3250" b="0" spc="-1710" dirty="0">
                <a:latin typeface="Lucida Sans Unicode"/>
                <a:cs typeface="Lucida Sans Unicode"/>
              </a:rPr>
              <a:t>e</a:t>
            </a:r>
            <a:r>
              <a:rPr sz="4875" b="0" spc="-284" baseline="-2564" dirty="0">
                <a:latin typeface="Lucida Sans Unicode"/>
                <a:cs typeface="Lucida Sans Unicode"/>
              </a:rPr>
              <a:t>e</a:t>
            </a:r>
            <a:r>
              <a:rPr sz="3250" b="0" spc="-1864" dirty="0">
                <a:latin typeface="Lucida Sans Unicode"/>
                <a:cs typeface="Lucida Sans Unicode"/>
              </a:rPr>
              <a:t>x</a:t>
            </a:r>
            <a:r>
              <a:rPr sz="4875" b="0" spc="-307" baseline="-2564" dirty="0">
                <a:latin typeface="Lucida Sans Unicode"/>
                <a:cs typeface="Lucida Sans Unicode"/>
              </a:rPr>
              <a:t>x</a:t>
            </a:r>
            <a:r>
              <a:rPr sz="3250" b="0" spc="-1150" dirty="0">
                <a:latin typeface="Lucida Sans Unicode"/>
                <a:cs typeface="Lucida Sans Unicode"/>
              </a:rPr>
              <a:t>t</a:t>
            </a:r>
            <a:r>
              <a:rPr sz="4875" b="0" spc="-44" baseline="-2564" dirty="0">
                <a:latin typeface="Lucida Sans Unicode"/>
                <a:cs typeface="Lucida Sans Unicode"/>
              </a:rPr>
              <a:t>t</a:t>
            </a:r>
            <a:r>
              <a:rPr sz="4875" b="0" spc="-637" baseline="-2564" dirty="0">
                <a:latin typeface="Lucida Sans Unicode"/>
                <a:cs typeface="Lucida Sans Unicode"/>
              </a:rPr>
              <a:t> </a:t>
            </a:r>
            <a:r>
              <a:rPr sz="3250" b="0" spc="-1315" dirty="0">
                <a:latin typeface="Lucida Sans Unicode"/>
                <a:cs typeface="Lucida Sans Unicode"/>
              </a:rPr>
              <a:t>c</a:t>
            </a:r>
            <a:r>
              <a:rPr sz="4875" b="0" spc="97" baseline="-2564" dirty="0">
                <a:latin typeface="Lucida Sans Unicode"/>
                <a:cs typeface="Lucida Sans Unicode"/>
              </a:rPr>
              <a:t>c</a:t>
            </a:r>
            <a:r>
              <a:rPr sz="3250" b="0" spc="-1465" dirty="0">
                <a:latin typeface="Lucida Sans Unicode"/>
                <a:cs typeface="Lucida Sans Unicode"/>
              </a:rPr>
              <a:t>e</a:t>
            </a:r>
            <a:r>
              <a:rPr sz="4875" b="0" spc="82" baseline="-2564" dirty="0">
                <a:latin typeface="Lucida Sans Unicode"/>
                <a:cs typeface="Lucida Sans Unicode"/>
              </a:rPr>
              <a:t>e</a:t>
            </a:r>
            <a:r>
              <a:rPr sz="3250" b="0" spc="-655" dirty="0">
                <a:latin typeface="Lucida Sans Unicode"/>
                <a:cs typeface="Lucida Sans Unicode"/>
              </a:rPr>
              <a:t>l</a:t>
            </a:r>
            <a:r>
              <a:rPr sz="4875" b="0" spc="195" baseline="-2564" dirty="0">
                <a:latin typeface="Lucida Sans Unicode"/>
                <a:cs typeface="Lucida Sans Unicode"/>
              </a:rPr>
              <a:t>l</a:t>
            </a:r>
            <a:r>
              <a:rPr sz="3250" b="0" spc="-655" dirty="0">
                <a:latin typeface="Lucida Sans Unicode"/>
                <a:cs typeface="Lucida Sans Unicode"/>
              </a:rPr>
              <a:t>l</a:t>
            </a:r>
            <a:r>
              <a:rPr sz="4875" b="0" spc="195" baseline="-2564" dirty="0">
                <a:latin typeface="Lucida Sans Unicode"/>
                <a:cs typeface="Lucida Sans Unicode"/>
              </a:rPr>
              <a:t>l</a:t>
            </a:r>
            <a:r>
              <a:rPr sz="3250" b="0" spc="-730" dirty="0">
                <a:latin typeface="Lucida Sans Unicode"/>
                <a:cs typeface="Lucida Sans Unicode"/>
              </a:rPr>
              <a:t>.</a:t>
            </a:r>
            <a:r>
              <a:rPr sz="4875" b="0" spc="322" baseline="-2564" dirty="0">
                <a:latin typeface="Lucida Sans Unicode"/>
                <a:cs typeface="Lucida Sans Unicode"/>
              </a:rPr>
              <a:t>.</a:t>
            </a:r>
            <a:endParaRPr sz="4875" baseline="-2564" dirty="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16000" y="6789297"/>
            <a:ext cx="8691880" cy="5245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250" spc="-550" dirty="0">
                <a:solidFill>
                  <a:schemeClr val="bg1"/>
                </a:solidFill>
                <a:latin typeface="Lucida Sans Unicode"/>
                <a:cs typeface="Lucida Sans Unicode"/>
              </a:rPr>
              <a:t>I</a:t>
            </a:r>
            <a:r>
              <a:rPr sz="4875" spc="352" baseline="-2564" dirty="0">
                <a:solidFill>
                  <a:schemeClr val="bg1"/>
                </a:solidFill>
                <a:latin typeface="Lucida Sans Unicode"/>
                <a:cs typeface="Lucida Sans Unicode"/>
              </a:rPr>
              <a:t>I</a:t>
            </a:r>
            <a:r>
              <a:rPr sz="3250" spc="-790" dirty="0">
                <a:solidFill>
                  <a:schemeClr val="bg1"/>
                </a:solidFill>
                <a:latin typeface="Lucida Sans Unicode"/>
                <a:cs typeface="Lucida Sans Unicode"/>
              </a:rPr>
              <a:t>f</a:t>
            </a:r>
            <a:r>
              <a:rPr sz="4875" spc="480" baseline="-2564" dirty="0">
                <a:solidFill>
                  <a:schemeClr val="bg1"/>
                </a:solidFill>
                <a:latin typeface="Lucida Sans Unicode"/>
                <a:cs typeface="Lucida Sans Unicode"/>
              </a:rPr>
              <a:t>f</a:t>
            </a:r>
            <a:r>
              <a:rPr sz="4875" spc="-375" baseline="-2564" dirty="0">
                <a:solidFill>
                  <a:schemeClr val="bg1"/>
                </a:solidFill>
                <a:latin typeface="Lucida Sans Unicode"/>
                <a:cs typeface="Lucida Sans Unicode"/>
              </a:rPr>
              <a:t> </a:t>
            </a:r>
            <a:r>
              <a:rPr sz="3250" spc="-1105" dirty="0">
                <a:solidFill>
                  <a:schemeClr val="bg1"/>
                </a:solidFill>
                <a:latin typeface="Lucida Sans Unicode"/>
                <a:cs typeface="Lucida Sans Unicode"/>
              </a:rPr>
              <a:t>t</a:t>
            </a:r>
            <a:r>
              <a:rPr sz="4875" spc="-142" baseline="-2564" dirty="0">
                <a:solidFill>
                  <a:schemeClr val="bg1"/>
                </a:solidFill>
                <a:latin typeface="Lucida Sans Unicode"/>
                <a:cs typeface="Lucida Sans Unicode"/>
              </a:rPr>
              <a:t>t</a:t>
            </a:r>
            <a:r>
              <a:rPr sz="3250" spc="-1839" dirty="0">
                <a:solidFill>
                  <a:schemeClr val="bg1"/>
                </a:solidFill>
                <a:latin typeface="Lucida Sans Unicode"/>
                <a:cs typeface="Lucida Sans Unicode"/>
              </a:rPr>
              <a:t>h</a:t>
            </a:r>
            <a:r>
              <a:rPr sz="4875" spc="-247" baseline="-2564" dirty="0">
                <a:solidFill>
                  <a:schemeClr val="bg1"/>
                </a:solidFill>
                <a:latin typeface="Lucida Sans Unicode"/>
                <a:cs typeface="Lucida Sans Unicode"/>
              </a:rPr>
              <a:t>h</a:t>
            </a:r>
            <a:r>
              <a:rPr sz="3250" spc="-1664" dirty="0">
                <a:solidFill>
                  <a:schemeClr val="bg1"/>
                </a:solidFill>
                <a:latin typeface="Lucida Sans Unicode"/>
                <a:cs typeface="Lucida Sans Unicode"/>
              </a:rPr>
              <a:t>e</a:t>
            </a:r>
            <a:r>
              <a:rPr sz="4875" spc="22" baseline="-2564" dirty="0">
                <a:solidFill>
                  <a:schemeClr val="bg1"/>
                </a:solidFill>
                <a:latin typeface="Lucida Sans Unicode"/>
                <a:cs typeface="Lucida Sans Unicode"/>
              </a:rPr>
              <a:t>e</a:t>
            </a:r>
            <a:r>
              <a:rPr sz="4875" spc="-367" baseline="-2564" dirty="0">
                <a:solidFill>
                  <a:schemeClr val="bg1"/>
                </a:solidFill>
                <a:latin typeface="Lucida Sans Unicode"/>
                <a:cs typeface="Lucida Sans Unicode"/>
              </a:rPr>
              <a:t> </a:t>
            </a:r>
            <a:r>
              <a:rPr sz="3250" spc="-1875" dirty="0">
                <a:solidFill>
                  <a:schemeClr val="bg1"/>
                </a:solidFill>
                <a:latin typeface="Lucida Sans Unicode"/>
                <a:cs typeface="Lucida Sans Unicode"/>
              </a:rPr>
              <a:t>n</a:t>
            </a:r>
            <a:r>
              <a:rPr sz="4875" spc="-300" baseline="-2564" dirty="0">
                <a:solidFill>
                  <a:schemeClr val="bg1"/>
                </a:solidFill>
                <a:latin typeface="Lucida Sans Unicode"/>
                <a:cs typeface="Lucida Sans Unicode"/>
              </a:rPr>
              <a:t>n</a:t>
            </a:r>
            <a:r>
              <a:rPr sz="3250" spc="-1700" dirty="0">
                <a:solidFill>
                  <a:schemeClr val="bg1"/>
                </a:solidFill>
                <a:latin typeface="Lucida Sans Unicode"/>
                <a:cs typeface="Lucida Sans Unicode"/>
              </a:rPr>
              <a:t>e</a:t>
            </a:r>
            <a:r>
              <a:rPr sz="4875" spc="-270" baseline="-2564" dirty="0">
                <a:solidFill>
                  <a:schemeClr val="bg1"/>
                </a:solidFill>
                <a:latin typeface="Lucida Sans Unicode"/>
                <a:cs typeface="Lucida Sans Unicode"/>
              </a:rPr>
              <a:t>e</a:t>
            </a:r>
            <a:r>
              <a:rPr sz="3250" spc="-1855" dirty="0">
                <a:solidFill>
                  <a:schemeClr val="bg1"/>
                </a:solidFill>
                <a:latin typeface="Lucida Sans Unicode"/>
                <a:cs typeface="Lucida Sans Unicode"/>
              </a:rPr>
              <a:t>x</a:t>
            </a:r>
            <a:r>
              <a:rPr sz="4875" spc="-292" baseline="-2564" dirty="0">
                <a:solidFill>
                  <a:schemeClr val="bg1"/>
                </a:solidFill>
                <a:latin typeface="Lucida Sans Unicode"/>
                <a:cs typeface="Lucida Sans Unicode"/>
              </a:rPr>
              <a:t>x</a:t>
            </a:r>
            <a:r>
              <a:rPr sz="3250" spc="-1140" dirty="0">
                <a:solidFill>
                  <a:schemeClr val="bg1"/>
                </a:solidFill>
                <a:latin typeface="Lucida Sans Unicode"/>
                <a:cs typeface="Lucida Sans Unicode"/>
              </a:rPr>
              <a:t>t</a:t>
            </a:r>
            <a:r>
              <a:rPr sz="4875" spc="-30" baseline="-2564" dirty="0">
                <a:solidFill>
                  <a:schemeClr val="bg1"/>
                </a:solidFill>
                <a:latin typeface="Lucida Sans Unicode"/>
                <a:cs typeface="Lucida Sans Unicode"/>
              </a:rPr>
              <a:t>t</a:t>
            </a:r>
            <a:r>
              <a:rPr sz="4875" spc="-367" baseline="-2564" dirty="0">
                <a:solidFill>
                  <a:schemeClr val="bg1"/>
                </a:solidFill>
                <a:latin typeface="Lucida Sans Unicode"/>
                <a:cs typeface="Lucida Sans Unicode"/>
              </a:rPr>
              <a:t> </a:t>
            </a:r>
            <a:r>
              <a:rPr sz="3250" spc="-1345" dirty="0">
                <a:solidFill>
                  <a:schemeClr val="bg1"/>
                </a:solidFill>
                <a:latin typeface="Lucida Sans Unicode"/>
                <a:cs typeface="Lucida Sans Unicode"/>
              </a:rPr>
              <a:t>c</a:t>
            </a:r>
            <a:r>
              <a:rPr sz="4875" spc="52" baseline="-2564" dirty="0">
                <a:solidFill>
                  <a:schemeClr val="bg1"/>
                </a:solidFill>
                <a:latin typeface="Lucida Sans Unicode"/>
                <a:cs typeface="Lucida Sans Unicode"/>
              </a:rPr>
              <a:t>c</a:t>
            </a:r>
            <a:r>
              <a:rPr sz="3250" spc="-1495" dirty="0">
                <a:solidFill>
                  <a:schemeClr val="bg1"/>
                </a:solidFill>
                <a:latin typeface="Lucida Sans Unicode"/>
                <a:cs typeface="Lucida Sans Unicode"/>
              </a:rPr>
              <a:t>e</a:t>
            </a:r>
            <a:r>
              <a:rPr sz="4875" spc="37" baseline="-2564" dirty="0">
                <a:solidFill>
                  <a:schemeClr val="bg1"/>
                </a:solidFill>
                <a:latin typeface="Lucida Sans Unicode"/>
                <a:cs typeface="Lucida Sans Unicode"/>
              </a:rPr>
              <a:t>e</a:t>
            </a:r>
            <a:r>
              <a:rPr sz="3250" spc="-685" dirty="0">
                <a:solidFill>
                  <a:schemeClr val="bg1"/>
                </a:solidFill>
                <a:latin typeface="Lucida Sans Unicode"/>
                <a:cs typeface="Lucida Sans Unicode"/>
              </a:rPr>
              <a:t>l</a:t>
            </a:r>
            <a:r>
              <a:rPr sz="4875" spc="150" baseline="-2564" dirty="0">
                <a:solidFill>
                  <a:schemeClr val="bg1"/>
                </a:solidFill>
                <a:latin typeface="Lucida Sans Unicode"/>
                <a:cs typeface="Lucida Sans Unicode"/>
              </a:rPr>
              <a:t>l</a:t>
            </a:r>
            <a:r>
              <a:rPr sz="3250" spc="-685" dirty="0">
                <a:solidFill>
                  <a:schemeClr val="bg1"/>
                </a:solidFill>
                <a:latin typeface="Lucida Sans Unicode"/>
                <a:cs typeface="Lucida Sans Unicode"/>
              </a:rPr>
              <a:t>l</a:t>
            </a:r>
            <a:r>
              <a:rPr sz="4875" spc="277" baseline="-2564" dirty="0">
                <a:solidFill>
                  <a:schemeClr val="bg1"/>
                </a:solidFill>
                <a:latin typeface="Lucida Sans Unicode"/>
                <a:cs typeface="Lucida Sans Unicode"/>
              </a:rPr>
              <a:t>l</a:t>
            </a:r>
            <a:r>
              <a:rPr sz="4875" spc="-359" baseline="-2564" dirty="0">
                <a:solidFill>
                  <a:schemeClr val="bg1"/>
                </a:solidFill>
                <a:latin typeface="Lucida Sans Unicode"/>
                <a:cs typeface="Lucida Sans Unicode"/>
              </a:rPr>
              <a:t> </a:t>
            </a:r>
            <a:r>
              <a:rPr sz="3250" spc="-665" dirty="0">
                <a:solidFill>
                  <a:schemeClr val="bg1"/>
                </a:solidFill>
                <a:latin typeface="Lucida Sans Unicode"/>
                <a:cs typeface="Lucida Sans Unicode"/>
              </a:rPr>
              <a:t>i</a:t>
            </a:r>
            <a:r>
              <a:rPr sz="4875" spc="179" baseline="-2564" dirty="0">
                <a:solidFill>
                  <a:schemeClr val="bg1"/>
                </a:solidFill>
                <a:latin typeface="Lucida Sans Unicode"/>
                <a:cs typeface="Lucida Sans Unicode"/>
              </a:rPr>
              <a:t>i</a:t>
            </a:r>
            <a:r>
              <a:rPr sz="3250" spc="-1325" dirty="0">
                <a:solidFill>
                  <a:schemeClr val="bg1"/>
                </a:solidFill>
                <a:latin typeface="Lucida Sans Unicode"/>
                <a:cs typeface="Lucida Sans Unicode"/>
              </a:rPr>
              <a:t>s</a:t>
            </a:r>
            <a:r>
              <a:rPr sz="4875" spc="307" baseline="-2564" dirty="0">
                <a:solidFill>
                  <a:schemeClr val="bg1"/>
                </a:solidFill>
                <a:latin typeface="Lucida Sans Unicode"/>
                <a:cs typeface="Lucida Sans Unicode"/>
              </a:rPr>
              <a:t>s</a:t>
            </a:r>
            <a:r>
              <a:rPr sz="4875" spc="-367" baseline="-2564" dirty="0">
                <a:solidFill>
                  <a:schemeClr val="bg1"/>
                </a:solidFill>
                <a:latin typeface="Lucida Sans Unicode"/>
                <a:cs typeface="Lucida Sans Unicode"/>
              </a:rPr>
              <a:t> </a:t>
            </a:r>
            <a:r>
              <a:rPr sz="3250" spc="-1485" dirty="0">
                <a:solidFill>
                  <a:schemeClr val="bg1"/>
                </a:solidFill>
                <a:latin typeface="Lucida Sans Unicode"/>
                <a:cs typeface="Lucida Sans Unicode"/>
              </a:rPr>
              <a:t>s</a:t>
            </a:r>
            <a:r>
              <a:rPr sz="4875" spc="-157" baseline="-2564" dirty="0">
                <a:solidFill>
                  <a:schemeClr val="bg1"/>
                </a:solidFill>
                <a:latin typeface="Lucida Sans Unicode"/>
                <a:cs typeface="Lucida Sans Unicode"/>
              </a:rPr>
              <a:t>s</a:t>
            </a:r>
            <a:r>
              <a:rPr sz="3250" spc="-1614" dirty="0">
                <a:solidFill>
                  <a:schemeClr val="bg1"/>
                </a:solidFill>
                <a:latin typeface="Lucida Sans Unicode"/>
                <a:cs typeface="Lucida Sans Unicode"/>
              </a:rPr>
              <a:t>a</a:t>
            </a:r>
            <a:r>
              <a:rPr sz="4875" spc="-172" baseline="-2564" dirty="0">
                <a:solidFill>
                  <a:schemeClr val="bg1"/>
                </a:solidFill>
                <a:latin typeface="Lucida Sans Unicode"/>
                <a:cs typeface="Lucida Sans Unicode"/>
              </a:rPr>
              <a:t>a</a:t>
            </a:r>
            <a:r>
              <a:rPr sz="3250" spc="-1065" dirty="0">
                <a:solidFill>
                  <a:schemeClr val="bg1"/>
                </a:solidFill>
                <a:latin typeface="Lucida Sans Unicode"/>
                <a:cs typeface="Lucida Sans Unicode"/>
              </a:rPr>
              <a:t>f</a:t>
            </a:r>
            <a:r>
              <a:rPr sz="4875" spc="-97" baseline="-2564" dirty="0">
                <a:solidFill>
                  <a:schemeClr val="bg1"/>
                </a:solidFill>
                <a:latin typeface="Lucida Sans Unicode"/>
                <a:cs typeface="Lucida Sans Unicode"/>
              </a:rPr>
              <a:t>f</a:t>
            </a:r>
            <a:r>
              <a:rPr sz="3250" spc="-1635" dirty="0">
                <a:solidFill>
                  <a:schemeClr val="bg1"/>
                </a:solidFill>
                <a:latin typeface="Lucida Sans Unicode"/>
                <a:cs typeface="Lucida Sans Unicode"/>
              </a:rPr>
              <a:t>e</a:t>
            </a:r>
            <a:r>
              <a:rPr sz="4875" spc="67" baseline="-2564" dirty="0">
                <a:solidFill>
                  <a:schemeClr val="bg1"/>
                </a:solidFill>
                <a:latin typeface="Lucida Sans Unicode"/>
                <a:cs typeface="Lucida Sans Unicode"/>
              </a:rPr>
              <a:t>e</a:t>
            </a:r>
            <a:r>
              <a:rPr sz="4875" spc="-367" baseline="-2564" dirty="0">
                <a:solidFill>
                  <a:schemeClr val="bg1"/>
                </a:solidFill>
                <a:latin typeface="Lucida Sans Unicode"/>
                <a:cs typeface="Lucida Sans Unicode"/>
              </a:rPr>
              <a:t> </a:t>
            </a:r>
            <a:r>
              <a:rPr sz="1500" spc="1860" dirty="0">
                <a:solidFill>
                  <a:schemeClr val="bg1"/>
                </a:solidFill>
                <a:latin typeface="Lucida Sans Unicode"/>
                <a:cs typeface="Lucida Sans Unicode"/>
              </a:rPr>
              <a:t>→</a:t>
            </a:r>
            <a:r>
              <a:rPr sz="1500" spc="459" dirty="0">
                <a:solidFill>
                  <a:schemeClr val="bg1"/>
                </a:solidFill>
                <a:latin typeface="Lucida Sans Unicode"/>
                <a:cs typeface="Lucida Sans Unicode"/>
              </a:rPr>
              <a:t> </a:t>
            </a:r>
            <a:r>
              <a:rPr sz="3250" spc="-1105" dirty="0">
                <a:solidFill>
                  <a:schemeClr val="bg1"/>
                </a:solidFill>
                <a:latin typeface="Lucida Sans Unicode"/>
                <a:cs typeface="Lucida Sans Unicode"/>
              </a:rPr>
              <a:t>t</a:t>
            </a:r>
            <a:r>
              <a:rPr sz="4875" spc="-142" baseline="-2564" dirty="0">
                <a:solidFill>
                  <a:schemeClr val="bg1"/>
                </a:solidFill>
                <a:latin typeface="Lucida Sans Unicode"/>
                <a:cs typeface="Lucida Sans Unicode"/>
              </a:rPr>
              <a:t>t</a:t>
            </a:r>
            <a:r>
              <a:rPr sz="3250" spc="-1839" dirty="0">
                <a:solidFill>
                  <a:schemeClr val="bg1"/>
                </a:solidFill>
                <a:latin typeface="Lucida Sans Unicode"/>
                <a:cs typeface="Lucida Sans Unicode"/>
              </a:rPr>
              <a:t>h</a:t>
            </a:r>
            <a:r>
              <a:rPr sz="4875" spc="-247" baseline="-2564" dirty="0">
                <a:solidFill>
                  <a:schemeClr val="bg1"/>
                </a:solidFill>
                <a:latin typeface="Lucida Sans Unicode"/>
                <a:cs typeface="Lucida Sans Unicode"/>
              </a:rPr>
              <a:t>h</a:t>
            </a:r>
            <a:r>
              <a:rPr sz="3250" spc="-1664" dirty="0">
                <a:solidFill>
                  <a:schemeClr val="bg1"/>
                </a:solidFill>
                <a:latin typeface="Lucida Sans Unicode"/>
                <a:cs typeface="Lucida Sans Unicode"/>
              </a:rPr>
              <a:t>e</a:t>
            </a:r>
            <a:r>
              <a:rPr sz="4875" spc="22" baseline="-2564" dirty="0">
                <a:solidFill>
                  <a:schemeClr val="bg1"/>
                </a:solidFill>
                <a:latin typeface="Lucida Sans Unicode"/>
                <a:cs typeface="Lucida Sans Unicode"/>
              </a:rPr>
              <a:t>e</a:t>
            </a:r>
            <a:r>
              <a:rPr sz="4875" spc="-359" baseline="-2564" dirty="0">
                <a:solidFill>
                  <a:schemeClr val="bg1"/>
                </a:solidFill>
                <a:latin typeface="Lucida Sans Unicode"/>
                <a:cs typeface="Lucida Sans Unicode"/>
              </a:rPr>
              <a:t> </a:t>
            </a:r>
            <a:r>
              <a:rPr sz="3250" spc="-1225" dirty="0">
                <a:solidFill>
                  <a:schemeClr val="bg1"/>
                </a:solidFill>
                <a:latin typeface="Lucida Sans Unicode"/>
                <a:cs typeface="Lucida Sans Unicode"/>
              </a:rPr>
              <a:t>r</a:t>
            </a:r>
            <a:r>
              <a:rPr sz="4875" spc="-179" baseline="-2564" dirty="0">
                <a:solidFill>
                  <a:schemeClr val="bg1"/>
                </a:solidFill>
                <a:latin typeface="Lucida Sans Unicode"/>
                <a:cs typeface="Lucida Sans Unicode"/>
              </a:rPr>
              <a:t>r</a:t>
            </a:r>
            <a:r>
              <a:rPr sz="3250" spc="-1855" dirty="0">
                <a:solidFill>
                  <a:schemeClr val="bg1"/>
                </a:solidFill>
                <a:latin typeface="Lucida Sans Unicode"/>
                <a:cs typeface="Lucida Sans Unicode"/>
              </a:rPr>
              <a:t>o</a:t>
            </a:r>
            <a:r>
              <a:rPr sz="4875" spc="-270" baseline="-2564" dirty="0">
                <a:solidFill>
                  <a:schemeClr val="bg1"/>
                </a:solidFill>
                <a:latin typeface="Lucida Sans Unicode"/>
                <a:cs typeface="Lucida Sans Unicode"/>
              </a:rPr>
              <a:t>o</a:t>
            </a:r>
            <a:r>
              <a:rPr sz="3250" spc="-1900" dirty="0">
                <a:solidFill>
                  <a:schemeClr val="bg1"/>
                </a:solidFill>
                <a:latin typeface="Lucida Sans Unicode"/>
                <a:cs typeface="Lucida Sans Unicode"/>
              </a:rPr>
              <a:t>b</a:t>
            </a:r>
            <a:r>
              <a:rPr sz="4875" spc="-277" baseline="-2564" dirty="0">
                <a:solidFill>
                  <a:schemeClr val="bg1"/>
                </a:solidFill>
                <a:latin typeface="Lucida Sans Unicode"/>
                <a:cs typeface="Lucida Sans Unicode"/>
              </a:rPr>
              <a:t>b</a:t>
            </a:r>
            <a:r>
              <a:rPr sz="3250" spc="-1855" dirty="0">
                <a:solidFill>
                  <a:schemeClr val="bg1"/>
                </a:solidFill>
                <a:latin typeface="Lucida Sans Unicode"/>
                <a:cs typeface="Lucida Sans Unicode"/>
              </a:rPr>
              <a:t>o</a:t>
            </a:r>
            <a:r>
              <a:rPr sz="4875" spc="-270" baseline="-2564" dirty="0">
                <a:solidFill>
                  <a:schemeClr val="bg1"/>
                </a:solidFill>
                <a:latin typeface="Lucida Sans Unicode"/>
                <a:cs typeface="Lucida Sans Unicode"/>
              </a:rPr>
              <a:t>o</a:t>
            </a:r>
            <a:r>
              <a:rPr sz="3250" spc="-1120" dirty="0">
                <a:solidFill>
                  <a:schemeClr val="bg1"/>
                </a:solidFill>
                <a:latin typeface="Lucida Sans Unicode"/>
                <a:cs typeface="Lucida Sans Unicode"/>
              </a:rPr>
              <a:t>t</a:t>
            </a:r>
            <a:r>
              <a:rPr sz="4875" baseline="-2564" dirty="0">
                <a:solidFill>
                  <a:schemeClr val="bg1"/>
                </a:solidFill>
                <a:latin typeface="Lucida Sans Unicode"/>
                <a:cs typeface="Lucida Sans Unicode"/>
              </a:rPr>
              <a:t>t</a:t>
            </a:r>
            <a:r>
              <a:rPr sz="4875" spc="-359" baseline="-2564" dirty="0">
                <a:solidFill>
                  <a:schemeClr val="bg1"/>
                </a:solidFill>
                <a:latin typeface="Lucida Sans Unicode"/>
                <a:cs typeface="Lucida Sans Unicode"/>
              </a:rPr>
              <a:t> </a:t>
            </a:r>
            <a:r>
              <a:rPr sz="3250" spc="-2900" dirty="0">
                <a:solidFill>
                  <a:schemeClr val="bg1"/>
                </a:solidFill>
                <a:latin typeface="Lucida Sans Unicode"/>
                <a:cs typeface="Lucida Sans Unicode"/>
              </a:rPr>
              <a:t>m</a:t>
            </a:r>
            <a:r>
              <a:rPr sz="4875" spc="-532" baseline="-2564" dirty="0">
                <a:solidFill>
                  <a:schemeClr val="bg1"/>
                </a:solidFill>
                <a:latin typeface="Lucida Sans Unicode"/>
                <a:cs typeface="Lucida Sans Unicode"/>
              </a:rPr>
              <a:t>m</a:t>
            </a:r>
            <a:r>
              <a:rPr sz="3250" spc="-1939" dirty="0">
                <a:solidFill>
                  <a:schemeClr val="bg1"/>
                </a:solidFill>
                <a:latin typeface="Lucida Sans Unicode"/>
                <a:cs typeface="Lucida Sans Unicode"/>
              </a:rPr>
              <a:t>o</a:t>
            </a:r>
            <a:r>
              <a:rPr sz="4875" spc="-397" baseline="-2564" dirty="0">
                <a:solidFill>
                  <a:schemeClr val="bg1"/>
                </a:solidFill>
                <a:latin typeface="Lucida Sans Unicode"/>
                <a:cs typeface="Lucida Sans Unicode"/>
              </a:rPr>
              <a:t>o</a:t>
            </a:r>
            <a:r>
              <a:rPr sz="3250" spc="-1645" dirty="0">
                <a:solidFill>
                  <a:schemeClr val="bg1"/>
                </a:solidFill>
                <a:latin typeface="Lucida Sans Unicode"/>
                <a:cs typeface="Lucida Sans Unicode"/>
              </a:rPr>
              <a:t>v</a:t>
            </a:r>
            <a:r>
              <a:rPr sz="4875" spc="-352" baseline="-2564" dirty="0">
                <a:solidFill>
                  <a:schemeClr val="bg1"/>
                </a:solidFill>
                <a:latin typeface="Lucida Sans Unicode"/>
                <a:cs typeface="Lucida Sans Unicode"/>
              </a:rPr>
              <a:t>v</a:t>
            </a:r>
            <a:r>
              <a:rPr sz="3250" spc="-1764" dirty="0">
                <a:solidFill>
                  <a:schemeClr val="bg1"/>
                </a:solidFill>
                <a:latin typeface="Lucida Sans Unicode"/>
                <a:cs typeface="Lucida Sans Unicode"/>
              </a:rPr>
              <a:t>e</a:t>
            </a:r>
            <a:r>
              <a:rPr sz="4875" spc="-367" baseline="-2564" dirty="0">
                <a:solidFill>
                  <a:schemeClr val="bg1"/>
                </a:solidFill>
                <a:latin typeface="Lucida Sans Unicode"/>
                <a:cs typeface="Lucida Sans Unicode"/>
              </a:rPr>
              <a:t>e</a:t>
            </a:r>
            <a:r>
              <a:rPr sz="3250" spc="-1614" dirty="0">
                <a:solidFill>
                  <a:schemeClr val="bg1"/>
                </a:solidFill>
                <a:latin typeface="Lucida Sans Unicode"/>
                <a:cs typeface="Lucida Sans Unicode"/>
              </a:rPr>
              <a:t>s</a:t>
            </a:r>
            <a:r>
              <a:rPr sz="4875" spc="-352" baseline="-2564" dirty="0">
                <a:solidFill>
                  <a:schemeClr val="bg1"/>
                </a:solidFill>
                <a:latin typeface="Lucida Sans Unicode"/>
                <a:cs typeface="Lucida Sans Unicode"/>
              </a:rPr>
              <a:t>s</a:t>
            </a:r>
            <a:r>
              <a:rPr sz="3250" spc="-1030" dirty="0">
                <a:solidFill>
                  <a:schemeClr val="bg1"/>
                </a:solidFill>
                <a:latin typeface="Lucida Sans Unicode"/>
                <a:cs typeface="Lucida Sans Unicode"/>
              </a:rPr>
              <a:t>.</a:t>
            </a:r>
            <a:r>
              <a:rPr sz="4875" spc="-127" baseline="-2564" dirty="0">
                <a:solidFill>
                  <a:schemeClr val="bg1"/>
                </a:solidFill>
                <a:latin typeface="Lucida Sans Unicode"/>
                <a:cs typeface="Lucida Sans Unicode"/>
              </a:rPr>
              <a:t>.</a:t>
            </a:r>
            <a:endParaRPr sz="4875" baseline="-2564" dirty="0">
              <a:solidFill>
                <a:schemeClr val="bg1"/>
              </a:solidFill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362200" y="26670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0219758" cy="10286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68241" y="0"/>
              <a:ext cx="10219757" cy="10286999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1028700" y="0"/>
            <a:ext cx="17259300" cy="10281285"/>
            <a:chOff x="1028700" y="0"/>
            <a:chExt cx="17259300" cy="10281285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323648" y="0"/>
              <a:ext cx="2856853" cy="676962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375062" y="5013683"/>
              <a:ext cx="8912937" cy="526732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28700" y="4812666"/>
              <a:ext cx="9210674" cy="2876549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016000" y="893861"/>
            <a:ext cx="5981065" cy="8001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050" spc="-3654" dirty="0"/>
              <a:t>O</a:t>
            </a:r>
            <a:r>
              <a:rPr sz="7575" spc="-525" baseline="-2200" dirty="0"/>
              <a:t>O</a:t>
            </a:r>
            <a:r>
              <a:rPr sz="5050" spc="-2850" dirty="0"/>
              <a:t>b</a:t>
            </a:r>
            <a:r>
              <a:rPr sz="7575" spc="-412" baseline="-2200" dirty="0"/>
              <a:t>b</a:t>
            </a:r>
            <a:r>
              <a:rPr sz="5050" spc="-2610" dirty="0"/>
              <a:t>s</a:t>
            </a:r>
            <a:r>
              <a:rPr sz="7575" spc="-375" baseline="-2200" dirty="0"/>
              <a:t>s</a:t>
            </a:r>
            <a:r>
              <a:rPr sz="5050" spc="-1565" dirty="0"/>
              <a:t>t</a:t>
            </a:r>
            <a:r>
              <a:rPr sz="7575" spc="-232" baseline="-2200" dirty="0"/>
              <a:t>t</a:t>
            </a:r>
            <a:r>
              <a:rPr sz="5050" spc="-2610" dirty="0"/>
              <a:t>a</a:t>
            </a:r>
            <a:r>
              <a:rPr sz="7575" spc="-375" baseline="-2200" dirty="0"/>
              <a:t>a</a:t>
            </a:r>
            <a:r>
              <a:rPr sz="5050" spc="-2610" dirty="0"/>
              <a:t>c</a:t>
            </a:r>
            <a:r>
              <a:rPr sz="7575" spc="-375" baseline="-2200" dirty="0"/>
              <a:t>c</a:t>
            </a:r>
            <a:r>
              <a:rPr sz="5050" spc="-1295" dirty="0"/>
              <a:t>l</a:t>
            </a:r>
            <a:r>
              <a:rPr sz="7575" spc="-195" baseline="-2200" dirty="0"/>
              <a:t>l</a:t>
            </a:r>
            <a:r>
              <a:rPr sz="5050" spc="-2610" dirty="0"/>
              <a:t>e</a:t>
            </a:r>
            <a:r>
              <a:rPr sz="7575" spc="-15" baseline="-2200" dirty="0"/>
              <a:t>e</a:t>
            </a:r>
            <a:r>
              <a:rPr sz="7575" spc="-292" baseline="-2200" dirty="0"/>
              <a:t> </a:t>
            </a:r>
            <a:r>
              <a:rPr sz="5050" spc="-3490" dirty="0"/>
              <a:t>A</a:t>
            </a:r>
            <a:r>
              <a:rPr sz="7575" spc="-622" baseline="-2200" dirty="0"/>
              <a:t>A</a:t>
            </a:r>
            <a:r>
              <a:rPr sz="5050" spc="-2700" dirty="0"/>
              <a:t>v</a:t>
            </a:r>
            <a:r>
              <a:rPr sz="7575" spc="-509" baseline="-2200" dirty="0"/>
              <a:t>v</a:t>
            </a:r>
            <a:r>
              <a:rPr sz="5050" spc="-2940" dirty="0"/>
              <a:t>o</a:t>
            </a:r>
            <a:r>
              <a:rPr sz="7575" spc="-547" baseline="-2200" dirty="0"/>
              <a:t>o</a:t>
            </a:r>
            <a:r>
              <a:rPr sz="5050" spc="-1385" dirty="0"/>
              <a:t>i</a:t>
            </a:r>
            <a:r>
              <a:rPr sz="7575" spc="-330" baseline="-2200" dirty="0"/>
              <a:t>i</a:t>
            </a:r>
            <a:r>
              <a:rPr sz="5050" spc="-2940" dirty="0"/>
              <a:t>d</a:t>
            </a:r>
            <a:r>
              <a:rPr sz="7575" spc="-547" baseline="-2200" dirty="0"/>
              <a:t>d</a:t>
            </a:r>
            <a:r>
              <a:rPr sz="5050" spc="-2700" dirty="0"/>
              <a:t>a</a:t>
            </a:r>
            <a:r>
              <a:rPr sz="7575" spc="-509" baseline="-2200" dirty="0"/>
              <a:t>a</a:t>
            </a:r>
            <a:r>
              <a:rPr sz="5050" spc="-2940" dirty="0"/>
              <a:t>n</a:t>
            </a:r>
            <a:r>
              <a:rPr sz="7575" spc="-547" baseline="-2200" dirty="0"/>
              <a:t>n</a:t>
            </a:r>
            <a:r>
              <a:rPr sz="5050" spc="-2700" dirty="0"/>
              <a:t>c</a:t>
            </a:r>
            <a:r>
              <a:rPr sz="7575" spc="-509" baseline="-2200" dirty="0"/>
              <a:t>c</a:t>
            </a:r>
            <a:r>
              <a:rPr sz="5050" spc="-2700" dirty="0"/>
              <a:t>e</a:t>
            </a:r>
            <a:r>
              <a:rPr sz="7575" spc="-150" baseline="-2200" dirty="0"/>
              <a:t>e</a:t>
            </a:r>
            <a:endParaRPr sz="7575" baseline="-2200" dirty="0"/>
          </a:p>
        </p:txBody>
      </p:sp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xfrm>
            <a:off x="1016000" y="1901967"/>
            <a:ext cx="11892280" cy="2638948"/>
          </a:xfrm>
          <a:prstGeom prst="rect">
            <a:avLst/>
          </a:prstGeom>
        </p:spPr>
        <p:txBody>
          <a:bodyPr vert="horz" wrap="square" lIns="0" tIns="876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spc="-455" dirty="0"/>
              <a:t>I</a:t>
            </a:r>
            <a:r>
              <a:rPr sz="4125" spc="307" baseline="-2020" dirty="0"/>
              <a:t>I</a:t>
            </a:r>
            <a:r>
              <a:rPr sz="2750" spc="-660" dirty="0"/>
              <a:t>f</a:t>
            </a:r>
            <a:r>
              <a:rPr sz="4125" spc="412" baseline="-2020" dirty="0"/>
              <a:t>f</a:t>
            </a:r>
            <a:r>
              <a:rPr sz="4125" spc="-270" baseline="-2020" dirty="0"/>
              <a:t> </a:t>
            </a:r>
            <a:r>
              <a:rPr sz="2750" spc="-930" dirty="0"/>
              <a:t>t</a:t>
            </a:r>
            <a:r>
              <a:rPr sz="4125" spc="-112" baseline="-2020" dirty="0"/>
              <a:t>t</a:t>
            </a:r>
            <a:r>
              <a:rPr sz="2750" spc="-1560" dirty="0"/>
              <a:t>h</a:t>
            </a:r>
            <a:r>
              <a:rPr sz="4125" spc="-202" baseline="-2020" dirty="0"/>
              <a:t>h</a:t>
            </a:r>
            <a:r>
              <a:rPr sz="2750" spc="-1410" dirty="0"/>
              <a:t>e</a:t>
            </a:r>
            <a:r>
              <a:rPr sz="4125" spc="22" baseline="-2020" dirty="0"/>
              <a:t>e</a:t>
            </a:r>
            <a:r>
              <a:rPr sz="4125" spc="-262" baseline="-2020" dirty="0"/>
              <a:t> </a:t>
            </a:r>
            <a:r>
              <a:rPr sz="2750" spc="-1035" dirty="0"/>
              <a:t>r</a:t>
            </a:r>
            <a:r>
              <a:rPr sz="4125" spc="-150" baseline="-2020" dirty="0"/>
              <a:t>r</a:t>
            </a:r>
            <a:r>
              <a:rPr sz="2750" spc="-1555" dirty="0"/>
              <a:t>o</a:t>
            </a:r>
            <a:r>
              <a:rPr sz="4125" spc="-225" baseline="-2020" dirty="0"/>
              <a:t>o</a:t>
            </a:r>
            <a:r>
              <a:rPr sz="2750" spc="-1590" dirty="0"/>
              <a:t>b</a:t>
            </a:r>
            <a:r>
              <a:rPr sz="4125" spc="-225" baseline="-2020" dirty="0"/>
              <a:t>b</a:t>
            </a:r>
            <a:r>
              <a:rPr sz="2750" spc="-1555" dirty="0"/>
              <a:t>o</a:t>
            </a:r>
            <a:r>
              <a:rPr sz="4125" spc="-225" baseline="-2020" dirty="0"/>
              <a:t>o</a:t>
            </a:r>
            <a:r>
              <a:rPr sz="2750" spc="-944" dirty="0"/>
              <a:t>t</a:t>
            </a:r>
            <a:r>
              <a:rPr sz="4125" baseline="-2020" dirty="0"/>
              <a:t>t</a:t>
            </a:r>
            <a:r>
              <a:rPr sz="4125" spc="-270" baseline="-2020" dirty="0"/>
              <a:t> </a:t>
            </a:r>
            <a:r>
              <a:rPr sz="2750" spc="-880" dirty="0"/>
              <a:t>f</a:t>
            </a:r>
            <a:r>
              <a:rPr sz="4125" spc="-52" baseline="-2020" dirty="0"/>
              <a:t>f</a:t>
            </a:r>
            <a:r>
              <a:rPr sz="2750" spc="-680" dirty="0"/>
              <a:t>i</a:t>
            </a:r>
            <a:r>
              <a:rPr sz="4125" spc="-22" baseline="-2020" dirty="0"/>
              <a:t>i</a:t>
            </a:r>
            <a:r>
              <a:rPr sz="2750" spc="-1520" dirty="0"/>
              <a:t>n</a:t>
            </a:r>
            <a:r>
              <a:rPr sz="4125" spc="-142" baseline="-2020" dirty="0"/>
              <a:t>n</a:t>
            </a:r>
            <a:r>
              <a:rPr sz="2750" spc="-1535" dirty="0"/>
              <a:t>d</a:t>
            </a:r>
            <a:r>
              <a:rPr sz="4125" spc="-142" baseline="-2020" dirty="0"/>
              <a:t>d</a:t>
            </a:r>
            <a:r>
              <a:rPr sz="2750" spc="-1230" dirty="0"/>
              <a:t>s</a:t>
            </a:r>
            <a:r>
              <a:rPr sz="4125" spc="82" baseline="-2020" dirty="0"/>
              <a:t>s</a:t>
            </a:r>
            <a:r>
              <a:rPr sz="4125" spc="-270" baseline="-2020" dirty="0"/>
              <a:t> </a:t>
            </a:r>
            <a:r>
              <a:rPr sz="2750" spc="-1485" dirty="0"/>
              <a:t>a</a:t>
            </a:r>
            <a:r>
              <a:rPr sz="4125" spc="-337" baseline="-2020" dirty="0"/>
              <a:t>a</a:t>
            </a:r>
            <a:r>
              <a:rPr sz="2750" spc="-1664" dirty="0"/>
              <a:t>n</a:t>
            </a:r>
            <a:r>
              <a:rPr sz="4125" spc="-135" baseline="-2020" dirty="0"/>
              <a:t>n</a:t>
            </a:r>
            <a:r>
              <a:rPr sz="4125" spc="-262" baseline="-2020" dirty="0"/>
              <a:t> </a:t>
            </a:r>
            <a:r>
              <a:rPr sz="2750" spc="-1490" dirty="0"/>
              <a:t>o</a:t>
            </a:r>
            <a:r>
              <a:rPr sz="4125" spc="-127" baseline="-2020" dirty="0"/>
              <a:t>o</a:t>
            </a:r>
            <a:r>
              <a:rPr sz="2750" spc="-1525" dirty="0"/>
              <a:t>b</a:t>
            </a:r>
            <a:r>
              <a:rPr sz="4125" spc="-127" baseline="-2020" dirty="0"/>
              <a:t>b</a:t>
            </a:r>
            <a:r>
              <a:rPr sz="2750" spc="-1220" dirty="0"/>
              <a:t>s</a:t>
            </a:r>
            <a:r>
              <a:rPr sz="4125" spc="-89" baseline="-2020" dirty="0"/>
              <a:t>s</a:t>
            </a:r>
            <a:r>
              <a:rPr sz="2750" spc="-880" dirty="0"/>
              <a:t>t</a:t>
            </a:r>
            <a:r>
              <a:rPr sz="4125" spc="-37" baseline="-2020" dirty="0"/>
              <a:t>t</a:t>
            </a:r>
            <a:r>
              <a:rPr sz="2750" spc="-1330" dirty="0"/>
              <a:t>a</a:t>
            </a:r>
            <a:r>
              <a:rPr sz="4125" spc="-104" baseline="-2020" dirty="0"/>
              <a:t>a</a:t>
            </a:r>
            <a:r>
              <a:rPr sz="2750" spc="-1235" dirty="0"/>
              <a:t>c</a:t>
            </a:r>
            <a:r>
              <a:rPr sz="4125" spc="-89" baseline="-2020" dirty="0"/>
              <a:t>c</a:t>
            </a:r>
            <a:r>
              <a:rPr sz="2750" spc="-670" dirty="0"/>
              <a:t>l</a:t>
            </a:r>
            <a:r>
              <a:rPr sz="4125" spc="-7" baseline="-2020" dirty="0"/>
              <a:t>l</a:t>
            </a:r>
            <a:r>
              <a:rPr sz="2750" spc="-1360" dirty="0"/>
              <a:t>e</a:t>
            </a:r>
            <a:r>
              <a:rPr sz="4125" spc="-104" baseline="-2020" dirty="0"/>
              <a:t>e</a:t>
            </a:r>
            <a:r>
              <a:rPr sz="2750" spc="-740" dirty="0"/>
              <a:t>,</a:t>
            </a:r>
            <a:r>
              <a:rPr sz="4125" spc="97" baseline="-2020" dirty="0"/>
              <a:t>,</a:t>
            </a:r>
            <a:r>
              <a:rPr sz="4125" spc="-270" baseline="-2020" dirty="0"/>
              <a:t> </a:t>
            </a:r>
            <a:r>
              <a:rPr sz="2750" spc="-459" dirty="0"/>
              <a:t>i</a:t>
            </a:r>
            <a:r>
              <a:rPr sz="4125" spc="307" baseline="-2020" dirty="0"/>
              <a:t>i</a:t>
            </a:r>
            <a:r>
              <a:rPr sz="2750" spc="-670" dirty="0"/>
              <a:t>t</a:t>
            </a:r>
            <a:r>
              <a:rPr sz="4125" spc="412" baseline="-2020" dirty="0"/>
              <a:t>t</a:t>
            </a:r>
            <a:r>
              <a:rPr sz="4125" spc="-270" baseline="-2020" dirty="0"/>
              <a:t> </a:t>
            </a:r>
            <a:r>
              <a:rPr sz="2750" spc="-815" dirty="0"/>
              <a:t>t</a:t>
            </a:r>
            <a:r>
              <a:rPr sz="4125" spc="60" baseline="-2020" dirty="0"/>
              <a:t>t</a:t>
            </a:r>
            <a:r>
              <a:rPr sz="2750" spc="-905" dirty="0"/>
              <a:t>r</a:t>
            </a:r>
            <a:r>
              <a:rPr sz="4125" spc="44" baseline="-2020" dirty="0"/>
              <a:t>r</a:t>
            </a:r>
            <a:r>
              <a:rPr sz="2750" spc="-605" dirty="0"/>
              <a:t>i</a:t>
            </a:r>
            <a:r>
              <a:rPr sz="4125" spc="89" baseline="-2020" dirty="0"/>
              <a:t>i</a:t>
            </a:r>
            <a:r>
              <a:rPr sz="2750" spc="-1295" dirty="0"/>
              <a:t>e</a:t>
            </a:r>
            <a:r>
              <a:rPr sz="4125" spc="-7" baseline="-2020" dirty="0"/>
              <a:t>e</a:t>
            </a:r>
            <a:r>
              <a:rPr sz="2750" spc="-1155" dirty="0"/>
              <a:t>s</a:t>
            </a:r>
            <a:r>
              <a:rPr sz="4125" spc="195" baseline="-2020" dirty="0"/>
              <a:t>s</a:t>
            </a:r>
            <a:r>
              <a:rPr sz="4125" spc="-270" baseline="-2020" dirty="0"/>
              <a:t> </a:t>
            </a:r>
            <a:r>
              <a:rPr sz="2750" spc="-1800" dirty="0"/>
              <a:t>3</a:t>
            </a:r>
            <a:r>
              <a:rPr sz="4125" spc="-284" baseline="-2020" dirty="0"/>
              <a:t>3</a:t>
            </a:r>
            <a:r>
              <a:rPr sz="4125" spc="-262" baseline="-2020" dirty="0"/>
              <a:t> </a:t>
            </a:r>
            <a:r>
              <a:rPr sz="2750" spc="-1305" dirty="0"/>
              <a:t>a</a:t>
            </a:r>
            <a:r>
              <a:rPr sz="4125" spc="-67" baseline="-2020" dirty="0"/>
              <a:t>a</a:t>
            </a:r>
            <a:r>
              <a:rPr sz="2750" spc="-645" dirty="0"/>
              <a:t>l</a:t>
            </a:r>
            <a:r>
              <a:rPr sz="4125" spc="30" baseline="-2020" dirty="0"/>
              <a:t>l</a:t>
            </a:r>
            <a:r>
              <a:rPr sz="2750" spc="-855" dirty="0"/>
              <a:t>t</a:t>
            </a:r>
            <a:r>
              <a:rPr sz="4125" baseline="-2020" dirty="0"/>
              <a:t>t</a:t>
            </a:r>
            <a:r>
              <a:rPr sz="2750" spc="-1335" dirty="0"/>
              <a:t>e</a:t>
            </a:r>
            <a:r>
              <a:rPr sz="4125" spc="-67" baseline="-2020" dirty="0"/>
              <a:t>e</a:t>
            </a:r>
            <a:r>
              <a:rPr sz="2750" spc="-944" dirty="0"/>
              <a:t>r</a:t>
            </a:r>
            <a:r>
              <a:rPr sz="4125" spc="-15" baseline="-2020" dirty="0"/>
              <a:t>r</a:t>
            </a:r>
            <a:r>
              <a:rPr sz="2750" spc="-1485" dirty="0"/>
              <a:t>n</a:t>
            </a:r>
            <a:r>
              <a:rPr sz="4125" spc="-89" baseline="-2020" dirty="0"/>
              <a:t>n</a:t>
            </a:r>
            <a:r>
              <a:rPr sz="2750" spc="-1305" dirty="0"/>
              <a:t>a</a:t>
            </a:r>
            <a:r>
              <a:rPr sz="4125" spc="-67" baseline="-2020" dirty="0"/>
              <a:t>a</a:t>
            </a:r>
            <a:r>
              <a:rPr sz="2750" spc="-855" dirty="0"/>
              <a:t>t</a:t>
            </a:r>
            <a:r>
              <a:rPr sz="4125" baseline="-2020" dirty="0"/>
              <a:t>t</a:t>
            </a:r>
            <a:r>
              <a:rPr sz="2750" spc="-645" dirty="0"/>
              <a:t>i</a:t>
            </a:r>
            <a:r>
              <a:rPr sz="4125" spc="30" baseline="-2020" dirty="0"/>
              <a:t>i</a:t>
            </a:r>
            <a:r>
              <a:rPr sz="2750" spc="-1220" dirty="0"/>
              <a:t>v</a:t>
            </a:r>
            <a:r>
              <a:rPr sz="4125" spc="-52" baseline="-2020" dirty="0"/>
              <a:t>v</a:t>
            </a:r>
            <a:r>
              <a:rPr sz="2750" spc="-1335" dirty="0"/>
              <a:t>e</a:t>
            </a:r>
            <a:r>
              <a:rPr sz="4125" spc="135" baseline="-2020" dirty="0"/>
              <a:t>e</a:t>
            </a:r>
            <a:r>
              <a:rPr sz="4125" spc="-270" baseline="-2020" dirty="0"/>
              <a:t> </a:t>
            </a:r>
            <a:r>
              <a:rPr sz="2750" spc="-1510" dirty="0" err="1"/>
              <a:t>d</a:t>
            </a:r>
            <a:r>
              <a:rPr sz="4125" spc="-104" baseline="-2020" dirty="0" err="1"/>
              <a:t>d</a:t>
            </a:r>
            <a:r>
              <a:rPr sz="2750" spc="-655" dirty="0" err="1"/>
              <a:t>i</a:t>
            </a:r>
            <a:r>
              <a:rPr sz="4125" spc="15" baseline="-2020" dirty="0" err="1"/>
              <a:t>i</a:t>
            </a:r>
            <a:r>
              <a:rPr sz="2750" spc="-955" dirty="0" err="1"/>
              <a:t>r</a:t>
            </a:r>
            <a:r>
              <a:rPr sz="4125" spc="-30" baseline="-2020" dirty="0" err="1"/>
              <a:t>r</a:t>
            </a:r>
            <a:r>
              <a:rPr sz="2750" spc="-1345" dirty="0" err="1"/>
              <a:t>e</a:t>
            </a:r>
            <a:r>
              <a:rPr sz="4125" spc="-82" baseline="-2020" dirty="0" err="1"/>
              <a:t>e</a:t>
            </a:r>
            <a:r>
              <a:rPr sz="2750" spc="-1220" dirty="0" err="1"/>
              <a:t>c</a:t>
            </a:r>
            <a:r>
              <a:rPr sz="4125" spc="-67" baseline="-2020" dirty="0" err="1"/>
              <a:t>c</a:t>
            </a:r>
            <a:r>
              <a:rPr sz="2750" spc="-865" dirty="0" err="1"/>
              <a:t>t</a:t>
            </a:r>
            <a:r>
              <a:rPr sz="4125" spc="-15" baseline="-2020" dirty="0" err="1"/>
              <a:t>t</a:t>
            </a:r>
            <a:r>
              <a:rPr sz="2750" spc="-655" dirty="0" err="1"/>
              <a:t>i</a:t>
            </a:r>
            <a:r>
              <a:rPr sz="4125" spc="15" baseline="-2020" dirty="0" err="1"/>
              <a:t>i</a:t>
            </a:r>
            <a:r>
              <a:rPr sz="2750" spc="-1475" dirty="0" err="1"/>
              <a:t>o</a:t>
            </a:r>
            <a:r>
              <a:rPr sz="4125" spc="-104" baseline="-2020" dirty="0" err="1"/>
              <a:t>o</a:t>
            </a:r>
            <a:r>
              <a:rPr sz="2750" spc="-1495" dirty="0" err="1"/>
              <a:t>n</a:t>
            </a:r>
            <a:r>
              <a:rPr sz="4125" spc="-104" baseline="-2020" dirty="0" err="1"/>
              <a:t>n</a:t>
            </a:r>
            <a:r>
              <a:rPr sz="2750" spc="-1205" dirty="0" err="1"/>
              <a:t>s</a:t>
            </a:r>
            <a:r>
              <a:rPr sz="4125" spc="-67" baseline="-2020" dirty="0" err="1"/>
              <a:t>s</a:t>
            </a:r>
            <a:r>
              <a:rPr sz="2750" spc="-725" dirty="0" smtClean="0"/>
              <a:t>:</a:t>
            </a:r>
            <a:r>
              <a:rPr sz="4125" spc="120" baseline="-2020" dirty="0" smtClean="0"/>
              <a:t>:</a:t>
            </a:r>
            <a:endParaRPr sz="4125" baseline="-2020" dirty="0" smtClean="0"/>
          </a:p>
          <a:p>
            <a:pPr marL="207010" marR="9822815">
              <a:lnSpc>
                <a:spcPct val="168200"/>
              </a:lnSpc>
            </a:pPr>
            <a:r>
              <a:rPr sz="2750" spc="-1575" dirty="0" smtClean="0"/>
              <a:t>1</a:t>
            </a:r>
            <a:r>
              <a:rPr lang="en-US" sz="4125" spc="-179" baseline="-2020" dirty="0" smtClean="0"/>
              <a:t>1.</a:t>
            </a:r>
            <a:r>
              <a:rPr sz="2750" spc="-1575" dirty="0" smtClean="0"/>
              <a:t>R</a:t>
            </a:r>
            <a:r>
              <a:rPr sz="4125" spc="-179" baseline="-2020" dirty="0" smtClean="0"/>
              <a:t>R</a:t>
            </a:r>
            <a:r>
              <a:rPr sz="2750" spc="-700" dirty="0" smtClean="0"/>
              <a:t>i</a:t>
            </a:r>
            <a:r>
              <a:rPr sz="4125" spc="-52" baseline="-2020" dirty="0" smtClean="0"/>
              <a:t>i</a:t>
            </a:r>
            <a:r>
              <a:rPr sz="2750" spc="-1540" dirty="0" smtClean="0"/>
              <a:t>g</a:t>
            </a:r>
            <a:r>
              <a:rPr sz="4125" spc="-172" baseline="-2020" dirty="0" smtClean="0"/>
              <a:t>g</a:t>
            </a:r>
            <a:r>
              <a:rPr sz="2750" spc="-1540" dirty="0" smtClean="0"/>
              <a:t>h</a:t>
            </a:r>
            <a:r>
              <a:rPr sz="4125" spc="-172" baseline="-2020" dirty="0" smtClean="0"/>
              <a:t>h</a:t>
            </a:r>
            <a:r>
              <a:rPr sz="2750" spc="-910" dirty="0" smtClean="0"/>
              <a:t>t</a:t>
            </a:r>
            <a:r>
              <a:rPr sz="4125" spc="52" baseline="-2020" dirty="0" smtClean="0"/>
              <a:t>t</a:t>
            </a:r>
            <a:r>
              <a:rPr sz="4125" spc="-952" baseline="-2020" dirty="0" smtClean="0"/>
              <a:t> </a:t>
            </a:r>
            <a:r>
              <a:rPr sz="2750" spc="-1525" dirty="0" smtClean="0"/>
              <a:t>2</a:t>
            </a:r>
            <a:r>
              <a:rPr sz="4125" spc="-104" baseline="-2020" dirty="0" smtClean="0"/>
              <a:t>2</a:t>
            </a:r>
            <a:r>
              <a:rPr sz="2750" spc="-720" dirty="0" smtClean="0"/>
              <a:t>.</a:t>
            </a:r>
            <a:r>
              <a:rPr sz="4125" spc="359" baseline="-2020" dirty="0" smtClean="0"/>
              <a:t>.</a:t>
            </a:r>
            <a:r>
              <a:rPr sz="2750" spc="-1265" dirty="0" smtClean="0"/>
              <a:t>L</a:t>
            </a:r>
            <a:r>
              <a:rPr sz="4125" spc="-67" baseline="-2020" dirty="0" smtClean="0"/>
              <a:t>L</a:t>
            </a:r>
            <a:r>
              <a:rPr sz="2750" spc="-1340" dirty="0" smtClean="0"/>
              <a:t>e</a:t>
            </a:r>
            <a:r>
              <a:rPr sz="4125" spc="-75" baseline="-2020" dirty="0" smtClean="0"/>
              <a:t>e</a:t>
            </a:r>
            <a:r>
              <a:rPr sz="2750" spc="-850" dirty="0" smtClean="0"/>
              <a:t>f</a:t>
            </a:r>
            <a:r>
              <a:rPr sz="4125" spc="-7" baseline="-2020" dirty="0" smtClean="0"/>
              <a:t>f</a:t>
            </a:r>
            <a:r>
              <a:rPr sz="2750" spc="-860" dirty="0" smtClean="0"/>
              <a:t>t</a:t>
            </a:r>
            <a:r>
              <a:rPr sz="4125" spc="127" baseline="-2020" dirty="0" smtClean="0"/>
              <a:t>t</a:t>
            </a:r>
            <a:endParaRPr sz="4125" baseline="-2020" dirty="0" smtClean="0"/>
          </a:p>
          <a:p>
            <a:pPr marL="207010">
              <a:lnSpc>
                <a:spcPct val="100000"/>
              </a:lnSpc>
              <a:spcBef>
                <a:spcPts val="2245"/>
              </a:spcBef>
            </a:pPr>
            <a:r>
              <a:rPr lang="en-US" sz="2750" spc="-850" dirty="0"/>
              <a:t>3</a:t>
            </a:r>
            <a:r>
              <a:rPr sz="2750" spc="-850" dirty="0" smtClean="0"/>
              <a:t>.</a:t>
            </a:r>
            <a:r>
              <a:rPr sz="4125" spc="165" baseline="-2020" dirty="0" smtClean="0"/>
              <a:t>.</a:t>
            </a:r>
            <a:r>
              <a:rPr sz="2750" spc="-1515" dirty="0"/>
              <a:t>B</a:t>
            </a:r>
            <a:r>
              <a:rPr sz="4125" spc="-277" baseline="-2020" dirty="0"/>
              <a:t>B</a:t>
            </a:r>
            <a:r>
              <a:rPr sz="2750" spc="-1440" dirty="0"/>
              <a:t>a</a:t>
            </a:r>
            <a:r>
              <a:rPr sz="4125" spc="-270" baseline="-2020" dirty="0"/>
              <a:t>a</a:t>
            </a:r>
            <a:r>
              <a:rPr sz="2750" spc="-1345" dirty="0"/>
              <a:t>c</a:t>
            </a:r>
            <a:r>
              <a:rPr sz="4125" spc="-254" baseline="-2020" dirty="0"/>
              <a:t>c</a:t>
            </a:r>
            <a:r>
              <a:rPr sz="2750" spc="-1530" dirty="0"/>
              <a:t>k</a:t>
            </a:r>
            <a:r>
              <a:rPr sz="4125" spc="-277" baseline="-2020" dirty="0"/>
              <a:t>k</a:t>
            </a:r>
            <a:r>
              <a:rPr sz="2750" spc="-2010" dirty="0"/>
              <a:t>w</a:t>
            </a:r>
            <a:r>
              <a:rPr sz="4125" spc="-345" baseline="-2020" dirty="0"/>
              <a:t>w</a:t>
            </a:r>
            <a:r>
              <a:rPr sz="2750" spc="-1440" dirty="0"/>
              <a:t>a</a:t>
            </a:r>
            <a:r>
              <a:rPr sz="4125" spc="-270" baseline="-2020" dirty="0"/>
              <a:t>a</a:t>
            </a:r>
            <a:r>
              <a:rPr sz="2750" spc="-1080" dirty="0"/>
              <a:t>r</a:t>
            </a:r>
            <a:r>
              <a:rPr sz="4125" spc="-217" baseline="-2020" dirty="0"/>
              <a:t>r</a:t>
            </a:r>
            <a:r>
              <a:rPr sz="2750" spc="-1635" dirty="0"/>
              <a:t>d</a:t>
            </a:r>
            <a:r>
              <a:rPr sz="4125" spc="-67" baseline="-2020" dirty="0"/>
              <a:t>d</a:t>
            </a:r>
            <a:endParaRPr sz="4125" baseline="-20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0219758" cy="10286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68241" y="0"/>
              <a:ext cx="10219757" cy="10286999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12993229" y="2345389"/>
            <a:ext cx="5133975" cy="7858125"/>
            <a:chOff x="12993229" y="2345389"/>
            <a:chExt cx="5133975" cy="7858125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268955" y="6504770"/>
              <a:ext cx="2867024" cy="9143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909407" y="6275577"/>
              <a:ext cx="2867024" cy="91439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993229" y="2345389"/>
              <a:ext cx="5133793" cy="7858124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28700" y="4738194"/>
            <a:ext cx="9382124" cy="1304924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92405">
              <a:lnSpc>
                <a:spcPct val="100000"/>
              </a:lnSpc>
              <a:spcBef>
                <a:spcPts val="114"/>
              </a:spcBef>
            </a:pPr>
            <a:r>
              <a:rPr sz="5050" spc="-3175" dirty="0"/>
              <a:t>P</a:t>
            </a:r>
            <a:r>
              <a:rPr sz="7575" spc="-509" baseline="-2200" dirty="0"/>
              <a:t>P</a:t>
            </a:r>
            <a:r>
              <a:rPr sz="5050" spc="-2645" dirty="0"/>
              <a:t>a</a:t>
            </a:r>
            <a:r>
              <a:rPr sz="7575" spc="-434" baseline="-2200" dirty="0"/>
              <a:t>a</a:t>
            </a:r>
            <a:r>
              <a:rPr sz="5050" spc="-1605" dirty="0"/>
              <a:t>t</a:t>
            </a:r>
            <a:r>
              <a:rPr sz="7575" spc="-292" baseline="-2200" dirty="0"/>
              <a:t>t</a:t>
            </a:r>
            <a:r>
              <a:rPr sz="5050" spc="-2885" dirty="0"/>
              <a:t>h</a:t>
            </a:r>
            <a:r>
              <a:rPr sz="7575" spc="-75" baseline="-2200" dirty="0"/>
              <a:t>h</a:t>
            </a:r>
            <a:r>
              <a:rPr sz="7575" spc="-300" baseline="-2200" dirty="0"/>
              <a:t> </a:t>
            </a:r>
            <a:r>
              <a:rPr sz="5050" spc="-3940" dirty="0"/>
              <a:t>M</a:t>
            </a:r>
            <a:r>
              <a:rPr sz="7575" spc="-644" baseline="-2200" dirty="0"/>
              <a:t>M</a:t>
            </a:r>
            <a:r>
              <a:rPr sz="5050" spc="-2665" dirty="0"/>
              <a:t>a</a:t>
            </a:r>
            <a:r>
              <a:rPr sz="7575" spc="-465" baseline="-2200" dirty="0"/>
              <a:t>a</a:t>
            </a:r>
            <a:r>
              <a:rPr sz="5050" spc="-1875" dirty="0"/>
              <a:t>r</a:t>
            </a:r>
            <a:r>
              <a:rPr sz="7575" spc="-359" baseline="-2200" dirty="0"/>
              <a:t>r</a:t>
            </a:r>
            <a:r>
              <a:rPr sz="5050" spc="-2665" dirty="0"/>
              <a:t>k</a:t>
            </a:r>
            <a:r>
              <a:rPr sz="7575" spc="-465" baseline="-2200" dirty="0"/>
              <a:t>k</a:t>
            </a:r>
            <a:r>
              <a:rPr sz="5050" spc="-1360" dirty="0"/>
              <a:t>i</a:t>
            </a:r>
            <a:r>
              <a:rPr sz="7575" spc="-284" baseline="-2200" dirty="0"/>
              <a:t>i</a:t>
            </a:r>
            <a:r>
              <a:rPr sz="5050" spc="-2905" dirty="0"/>
              <a:t>n</a:t>
            </a:r>
            <a:r>
              <a:rPr sz="7575" spc="-502" baseline="-2200" dirty="0"/>
              <a:t>n</a:t>
            </a:r>
            <a:r>
              <a:rPr sz="5050" spc="-2905" dirty="0"/>
              <a:t>g</a:t>
            </a:r>
            <a:r>
              <a:rPr sz="7575" spc="-104" baseline="-2200" dirty="0"/>
              <a:t>g</a:t>
            </a:r>
            <a:endParaRPr sz="7575" baseline="-2200" dirty="0"/>
          </a:p>
        </p:txBody>
      </p: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38274" y="2135249"/>
            <a:ext cx="123824" cy="12382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38274" y="3449699"/>
            <a:ext cx="123824" cy="123824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743174" y="1741378"/>
            <a:ext cx="11096625" cy="19970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8699"/>
              </a:lnSpc>
              <a:spcBef>
                <a:spcPts val="95"/>
              </a:spcBef>
            </a:pPr>
            <a:r>
              <a:rPr sz="3350" spc="-1570" dirty="0">
                <a:solidFill>
                  <a:schemeClr val="bg1"/>
                </a:solidFill>
                <a:latin typeface="Lucida Sans Unicode"/>
                <a:cs typeface="Lucida Sans Unicode"/>
              </a:rPr>
              <a:t>E</a:t>
            </a:r>
            <a:r>
              <a:rPr sz="5025" spc="-315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E</a:t>
            </a:r>
            <a:r>
              <a:rPr sz="3350" spc="-1505" dirty="0">
                <a:solidFill>
                  <a:schemeClr val="bg1"/>
                </a:solidFill>
                <a:latin typeface="Lucida Sans Unicode"/>
                <a:cs typeface="Lucida Sans Unicode"/>
              </a:rPr>
              <a:t>v</a:t>
            </a:r>
            <a:r>
              <a:rPr sz="5025" spc="-300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v</a:t>
            </a:r>
            <a:r>
              <a:rPr sz="3350" spc="-1620" dirty="0">
                <a:solidFill>
                  <a:schemeClr val="bg1"/>
                </a:solidFill>
                <a:latin typeface="Lucida Sans Unicode"/>
                <a:cs typeface="Lucida Sans Unicode"/>
              </a:rPr>
              <a:t>e</a:t>
            </a:r>
            <a:r>
              <a:rPr sz="5025" spc="-322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e</a:t>
            </a:r>
            <a:r>
              <a:rPr sz="3350" spc="-1185" dirty="0">
                <a:solidFill>
                  <a:schemeClr val="bg1"/>
                </a:solidFill>
                <a:latin typeface="Lucida Sans Unicode"/>
                <a:cs typeface="Lucida Sans Unicode"/>
              </a:rPr>
              <a:t>r</a:t>
            </a:r>
            <a:r>
              <a:rPr sz="5025" spc="-232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r</a:t>
            </a:r>
            <a:r>
              <a:rPr sz="3350" spc="-1520" dirty="0">
                <a:solidFill>
                  <a:schemeClr val="bg1"/>
                </a:solidFill>
                <a:latin typeface="Lucida Sans Unicode"/>
                <a:cs typeface="Lucida Sans Unicode"/>
              </a:rPr>
              <a:t>y</a:t>
            </a:r>
            <a:r>
              <a:rPr sz="5025" spc="37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y</a:t>
            </a:r>
            <a:r>
              <a:rPr sz="5025" spc="-434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 </a:t>
            </a:r>
            <a:r>
              <a:rPr sz="3350" spc="-1125" dirty="0">
                <a:solidFill>
                  <a:schemeClr val="bg1"/>
                </a:solidFill>
                <a:latin typeface="Lucida Sans Unicode"/>
                <a:cs typeface="Lucida Sans Unicode"/>
              </a:rPr>
              <a:t>t</a:t>
            </a:r>
            <a:r>
              <a:rPr sz="5025" spc="-277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t</a:t>
            </a:r>
            <a:r>
              <a:rPr sz="3350" spc="-869" dirty="0">
                <a:solidFill>
                  <a:schemeClr val="bg1"/>
                </a:solidFill>
                <a:latin typeface="Lucida Sans Unicode"/>
                <a:cs typeface="Lucida Sans Unicode"/>
              </a:rPr>
              <a:t>i</a:t>
            </a:r>
            <a:r>
              <a:rPr sz="5025" spc="-225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i</a:t>
            </a:r>
            <a:r>
              <a:rPr sz="3350" spc="-2785" dirty="0">
                <a:solidFill>
                  <a:schemeClr val="bg1"/>
                </a:solidFill>
                <a:latin typeface="Lucida Sans Unicode"/>
                <a:cs typeface="Lucida Sans Unicode"/>
              </a:rPr>
              <a:t>m</a:t>
            </a:r>
            <a:r>
              <a:rPr sz="5025" spc="-644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m</a:t>
            </a:r>
            <a:r>
              <a:rPr sz="3350" spc="-1670" dirty="0">
                <a:solidFill>
                  <a:schemeClr val="bg1"/>
                </a:solidFill>
                <a:latin typeface="Lucida Sans Unicode"/>
                <a:cs typeface="Lucida Sans Unicode"/>
              </a:rPr>
              <a:t>e</a:t>
            </a:r>
            <a:r>
              <a:rPr sz="5025" spc="-37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e</a:t>
            </a:r>
            <a:r>
              <a:rPr sz="5025" spc="-427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 </a:t>
            </a:r>
            <a:r>
              <a:rPr sz="3350" spc="-1095" dirty="0">
                <a:solidFill>
                  <a:schemeClr val="bg1"/>
                </a:solidFill>
                <a:latin typeface="Lucida Sans Unicode"/>
                <a:cs typeface="Lucida Sans Unicode"/>
              </a:rPr>
              <a:t>t</a:t>
            </a:r>
            <a:r>
              <a:rPr sz="5025" spc="-232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t</a:t>
            </a:r>
            <a:r>
              <a:rPr sz="3350" spc="-1814" dirty="0">
                <a:solidFill>
                  <a:schemeClr val="bg1"/>
                </a:solidFill>
                <a:latin typeface="Lucida Sans Unicode"/>
                <a:cs typeface="Lucida Sans Unicode"/>
              </a:rPr>
              <a:t>h</a:t>
            </a:r>
            <a:r>
              <a:rPr sz="5025" spc="-390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h</a:t>
            </a:r>
            <a:r>
              <a:rPr sz="3350" spc="-1639" dirty="0">
                <a:solidFill>
                  <a:schemeClr val="bg1"/>
                </a:solidFill>
                <a:latin typeface="Lucida Sans Unicode"/>
                <a:cs typeface="Lucida Sans Unicode"/>
              </a:rPr>
              <a:t>e</a:t>
            </a:r>
            <a:r>
              <a:rPr sz="5025" spc="7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e</a:t>
            </a:r>
            <a:r>
              <a:rPr sz="5025" spc="-434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 </a:t>
            </a:r>
            <a:r>
              <a:rPr sz="3350" spc="-1210" dirty="0">
                <a:solidFill>
                  <a:schemeClr val="bg1"/>
                </a:solidFill>
                <a:latin typeface="Lucida Sans Unicode"/>
                <a:cs typeface="Lucida Sans Unicode"/>
              </a:rPr>
              <a:t>r</a:t>
            </a:r>
            <a:r>
              <a:rPr sz="5025" spc="-270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r</a:t>
            </a:r>
            <a:r>
              <a:rPr sz="3350" spc="-1820" dirty="0">
                <a:solidFill>
                  <a:schemeClr val="bg1"/>
                </a:solidFill>
                <a:latin typeface="Lucida Sans Unicode"/>
                <a:cs typeface="Lucida Sans Unicode"/>
              </a:rPr>
              <a:t>o</a:t>
            </a:r>
            <a:r>
              <a:rPr sz="5025" spc="-397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o</a:t>
            </a:r>
            <a:r>
              <a:rPr sz="3350" spc="-1864" dirty="0">
                <a:solidFill>
                  <a:schemeClr val="bg1"/>
                </a:solidFill>
                <a:latin typeface="Lucida Sans Unicode"/>
                <a:cs typeface="Lucida Sans Unicode"/>
              </a:rPr>
              <a:t>b</a:t>
            </a:r>
            <a:r>
              <a:rPr sz="5025" spc="-412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b</a:t>
            </a:r>
            <a:r>
              <a:rPr sz="3350" spc="-1820" dirty="0">
                <a:solidFill>
                  <a:schemeClr val="bg1"/>
                </a:solidFill>
                <a:latin typeface="Lucida Sans Unicode"/>
                <a:cs typeface="Lucida Sans Unicode"/>
              </a:rPr>
              <a:t>o</a:t>
            </a:r>
            <a:r>
              <a:rPr sz="5025" spc="-397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o</a:t>
            </a:r>
            <a:r>
              <a:rPr sz="3350" spc="-1100" dirty="0">
                <a:solidFill>
                  <a:schemeClr val="bg1"/>
                </a:solidFill>
                <a:latin typeface="Lucida Sans Unicode"/>
                <a:cs typeface="Lucida Sans Unicode"/>
              </a:rPr>
              <a:t>t</a:t>
            </a:r>
            <a:r>
              <a:rPr sz="5025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t</a:t>
            </a:r>
            <a:r>
              <a:rPr sz="5025" spc="-427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 </a:t>
            </a:r>
            <a:r>
              <a:rPr sz="3350" spc="-2845" dirty="0">
                <a:solidFill>
                  <a:schemeClr val="bg1"/>
                </a:solidFill>
                <a:latin typeface="Lucida Sans Unicode"/>
                <a:cs typeface="Lucida Sans Unicode"/>
              </a:rPr>
              <a:t>m</a:t>
            </a:r>
            <a:r>
              <a:rPr sz="5025" spc="-735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m</a:t>
            </a:r>
            <a:r>
              <a:rPr sz="3350" spc="-1905" dirty="0">
                <a:solidFill>
                  <a:schemeClr val="bg1"/>
                </a:solidFill>
                <a:latin typeface="Lucida Sans Unicode"/>
                <a:cs typeface="Lucida Sans Unicode"/>
              </a:rPr>
              <a:t>o</a:t>
            </a:r>
            <a:r>
              <a:rPr sz="5025" spc="-525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o</a:t>
            </a:r>
            <a:r>
              <a:rPr sz="3350" spc="-1614" dirty="0">
                <a:solidFill>
                  <a:schemeClr val="bg1"/>
                </a:solidFill>
                <a:latin typeface="Lucida Sans Unicode"/>
                <a:cs typeface="Lucida Sans Unicode"/>
              </a:rPr>
              <a:t>v</a:t>
            </a:r>
            <a:r>
              <a:rPr sz="5025" spc="-465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v</a:t>
            </a:r>
            <a:r>
              <a:rPr sz="3350" spc="-1730" dirty="0">
                <a:solidFill>
                  <a:schemeClr val="bg1"/>
                </a:solidFill>
                <a:latin typeface="Lucida Sans Unicode"/>
                <a:cs typeface="Lucida Sans Unicode"/>
              </a:rPr>
              <a:t>e</a:t>
            </a:r>
            <a:r>
              <a:rPr sz="5025" spc="-487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e</a:t>
            </a:r>
            <a:r>
              <a:rPr sz="3350" spc="-1585" dirty="0">
                <a:solidFill>
                  <a:schemeClr val="bg1"/>
                </a:solidFill>
                <a:latin typeface="Lucida Sans Unicode"/>
                <a:cs typeface="Lucida Sans Unicode"/>
              </a:rPr>
              <a:t>s</a:t>
            </a:r>
            <a:r>
              <a:rPr sz="5025" spc="-457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s</a:t>
            </a:r>
            <a:r>
              <a:rPr sz="3350" spc="-1019" dirty="0">
                <a:solidFill>
                  <a:schemeClr val="bg1"/>
                </a:solidFill>
                <a:latin typeface="Lucida Sans Unicode"/>
                <a:cs typeface="Lucida Sans Unicode"/>
              </a:rPr>
              <a:t>,</a:t>
            </a:r>
            <a:r>
              <a:rPr sz="5025" spc="-127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,</a:t>
            </a:r>
            <a:r>
              <a:rPr sz="5025" spc="-434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 </a:t>
            </a:r>
            <a:r>
              <a:rPr sz="3350" spc="-1095" dirty="0">
                <a:solidFill>
                  <a:schemeClr val="bg1"/>
                </a:solidFill>
                <a:latin typeface="Lucida Sans Unicode"/>
                <a:cs typeface="Lucida Sans Unicode"/>
              </a:rPr>
              <a:t>t</a:t>
            </a:r>
            <a:r>
              <a:rPr sz="5025" spc="-232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t</a:t>
            </a:r>
            <a:r>
              <a:rPr sz="3350" spc="-1814" dirty="0">
                <a:solidFill>
                  <a:schemeClr val="bg1"/>
                </a:solidFill>
                <a:latin typeface="Lucida Sans Unicode"/>
                <a:cs typeface="Lucida Sans Unicode"/>
              </a:rPr>
              <a:t>h</a:t>
            </a:r>
            <a:r>
              <a:rPr sz="5025" spc="-390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h</a:t>
            </a:r>
            <a:r>
              <a:rPr sz="3350" spc="-1639" dirty="0">
                <a:solidFill>
                  <a:schemeClr val="bg1"/>
                </a:solidFill>
                <a:latin typeface="Lucida Sans Unicode"/>
                <a:cs typeface="Lucida Sans Unicode"/>
              </a:rPr>
              <a:t>e</a:t>
            </a:r>
            <a:r>
              <a:rPr sz="5025" spc="7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e</a:t>
            </a:r>
            <a:r>
              <a:rPr sz="5025" spc="-427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 </a:t>
            </a:r>
            <a:r>
              <a:rPr sz="3350" spc="-1860" dirty="0">
                <a:solidFill>
                  <a:schemeClr val="bg1"/>
                </a:solidFill>
                <a:latin typeface="Lucida Sans Unicode"/>
                <a:cs typeface="Lucida Sans Unicode"/>
              </a:rPr>
              <a:t>p</a:t>
            </a:r>
            <a:r>
              <a:rPr sz="5025" spc="-405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p</a:t>
            </a:r>
            <a:r>
              <a:rPr sz="3350" spc="-1205" dirty="0">
                <a:solidFill>
                  <a:schemeClr val="bg1"/>
                </a:solidFill>
                <a:latin typeface="Lucida Sans Unicode"/>
                <a:cs typeface="Lucida Sans Unicode"/>
              </a:rPr>
              <a:t>r</a:t>
            </a:r>
            <a:r>
              <a:rPr sz="5025" spc="-262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r</a:t>
            </a:r>
            <a:r>
              <a:rPr sz="3350" spc="-1639" dirty="0">
                <a:solidFill>
                  <a:schemeClr val="bg1"/>
                </a:solidFill>
                <a:latin typeface="Lucida Sans Unicode"/>
                <a:cs typeface="Lucida Sans Unicode"/>
              </a:rPr>
              <a:t>e</a:t>
            </a:r>
            <a:r>
              <a:rPr sz="5025" spc="-352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e</a:t>
            </a:r>
            <a:r>
              <a:rPr sz="3350" spc="-1525" dirty="0">
                <a:solidFill>
                  <a:schemeClr val="bg1"/>
                </a:solidFill>
                <a:latin typeface="Lucida Sans Unicode"/>
                <a:cs typeface="Lucida Sans Unicode"/>
              </a:rPr>
              <a:t>v</a:t>
            </a:r>
            <a:r>
              <a:rPr sz="5025" spc="-330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v</a:t>
            </a:r>
            <a:r>
              <a:rPr sz="3350" spc="-840" dirty="0">
                <a:solidFill>
                  <a:schemeClr val="bg1"/>
                </a:solidFill>
                <a:latin typeface="Lucida Sans Unicode"/>
                <a:cs typeface="Lucida Sans Unicode"/>
              </a:rPr>
              <a:t>i</a:t>
            </a:r>
            <a:r>
              <a:rPr sz="5025" spc="-179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i</a:t>
            </a:r>
            <a:r>
              <a:rPr sz="3350" spc="-1814" dirty="0">
                <a:solidFill>
                  <a:schemeClr val="bg1"/>
                </a:solidFill>
                <a:latin typeface="Lucida Sans Unicode"/>
                <a:cs typeface="Lucida Sans Unicode"/>
              </a:rPr>
              <a:t>o</a:t>
            </a:r>
            <a:r>
              <a:rPr sz="5025" spc="-390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o</a:t>
            </a:r>
            <a:r>
              <a:rPr sz="3350" spc="-1820" dirty="0">
                <a:solidFill>
                  <a:schemeClr val="bg1"/>
                </a:solidFill>
                <a:latin typeface="Lucida Sans Unicode"/>
                <a:cs typeface="Lucida Sans Unicode"/>
              </a:rPr>
              <a:t>u</a:t>
            </a:r>
            <a:r>
              <a:rPr sz="5025" spc="-397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u</a:t>
            </a:r>
            <a:r>
              <a:rPr sz="3350" spc="-1495" dirty="0">
                <a:solidFill>
                  <a:schemeClr val="bg1"/>
                </a:solidFill>
                <a:latin typeface="Lucida Sans Unicode"/>
                <a:cs typeface="Lucida Sans Unicode"/>
              </a:rPr>
              <a:t>s</a:t>
            </a:r>
            <a:r>
              <a:rPr sz="5025" spc="7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s</a:t>
            </a:r>
            <a:r>
              <a:rPr sz="5025" spc="-434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 </a:t>
            </a:r>
            <a:r>
              <a:rPr sz="3350" spc="-1305" dirty="0">
                <a:solidFill>
                  <a:schemeClr val="bg1"/>
                </a:solidFill>
                <a:latin typeface="Lucida Sans Unicode"/>
                <a:cs typeface="Lucida Sans Unicode"/>
              </a:rPr>
              <a:t>c</a:t>
            </a:r>
            <a:r>
              <a:rPr sz="5025" spc="-37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c</a:t>
            </a:r>
            <a:r>
              <a:rPr sz="3350" spc="-1450" dirty="0">
                <a:solidFill>
                  <a:schemeClr val="bg1"/>
                </a:solidFill>
                <a:latin typeface="Lucida Sans Unicode"/>
                <a:cs typeface="Lucida Sans Unicode"/>
              </a:rPr>
              <a:t>e</a:t>
            </a:r>
            <a:r>
              <a:rPr sz="5025" spc="-67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e</a:t>
            </a:r>
            <a:r>
              <a:rPr sz="3350" spc="-650" dirty="0">
                <a:solidFill>
                  <a:schemeClr val="bg1"/>
                </a:solidFill>
                <a:latin typeface="Lucida Sans Unicode"/>
                <a:cs typeface="Lucida Sans Unicode"/>
              </a:rPr>
              <a:t>l</a:t>
            </a:r>
            <a:r>
              <a:rPr sz="5025" spc="104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l</a:t>
            </a:r>
            <a:r>
              <a:rPr sz="3350" spc="-650" dirty="0">
                <a:solidFill>
                  <a:schemeClr val="bg1"/>
                </a:solidFill>
                <a:latin typeface="Lucida Sans Unicode"/>
                <a:cs typeface="Lucida Sans Unicode"/>
              </a:rPr>
              <a:t>l</a:t>
            </a:r>
            <a:r>
              <a:rPr sz="5025" spc="292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l</a:t>
            </a:r>
            <a:r>
              <a:rPr sz="5025" spc="-434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 </a:t>
            </a:r>
            <a:r>
              <a:rPr sz="3350" spc="-2025" dirty="0">
                <a:solidFill>
                  <a:schemeClr val="bg1"/>
                </a:solidFill>
                <a:latin typeface="Lucida Sans Unicode"/>
                <a:cs typeface="Lucida Sans Unicode"/>
              </a:rPr>
              <a:t>b</a:t>
            </a:r>
            <a:r>
              <a:rPr sz="5025" spc="-652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b</a:t>
            </a:r>
            <a:r>
              <a:rPr sz="3350" spc="-1805" dirty="0">
                <a:solidFill>
                  <a:schemeClr val="bg1"/>
                </a:solidFill>
                <a:latin typeface="Lucida Sans Unicode"/>
                <a:cs typeface="Lucida Sans Unicode"/>
              </a:rPr>
              <a:t>e</a:t>
            </a:r>
            <a:r>
              <a:rPr sz="5025" spc="-600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e</a:t>
            </a:r>
            <a:r>
              <a:rPr sz="3350" spc="-1660" dirty="0">
                <a:solidFill>
                  <a:schemeClr val="bg1"/>
                </a:solidFill>
                <a:latin typeface="Lucida Sans Unicode"/>
                <a:cs typeface="Lucida Sans Unicode"/>
              </a:rPr>
              <a:t>c</a:t>
            </a:r>
            <a:r>
              <a:rPr sz="5025" spc="-569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c</a:t>
            </a:r>
            <a:r>
              <a:rPr sz="3350" spc="-1980" dirty="0">
                <a:solidFill>
                  <a:schemeClr val="bg1"/>
                </a:solidFill>
                <a:latin typeface="Lucida Sans Unicode"/>
                <a:cs typeface="Lucida Sans Unicode"/>
              </a:rPr>
              <a:t>o</a:t>
            </a:r>
            <a:r>
              <a:rPr sz="5025" spc="-637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o</a:t>
            </a:r>
            <a:r>
              <a:rPr sz="3350" spc="-2920" dirty="0">
                <a:solidFill>
                  <a:schemeClr val="bg1"/>
                </a:solidFill>
                <a:latin typeface="Lucida Sans Unicode"/>
                <a:cs typeface="Lucida Sans Unicode"/>
              </a:rPr>
              <a:t>m</a:t>
            </a:r>
            <a:r>
              <a:rPr sz="5025" spc="-847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m</a:t>
            </a:r>
            <a:r>
              <a:rPr sz="3350" spc="-1805" dirty="0">
                <a:solidFill>
                  <a:schemeClr val="bg1"/>
                </a:solidFill>
                <a:latin typeface="Lucida Sans Unicode"/>
                <a:cs typeface="Lucida Sans Unicode"/>
              </a:rPr>
              <a:t>e</a:t>
            </a:r>
            <a:r>
              <a:rPr sz="5025" spc="-600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e</a:t>
            </a:r>
            <a:r>
              <a:rPr sz="3350" spc="-1660" dirty="0">
                <a:solidFill>
                  <a:schemeClr val="bg1"/>
                </a:solidFill>
                <a:latin typeface="Lucida Sans Unicode"/>
                <a:cs typeface="Lucida Sans Unicode"/>
              </a:rPr>
              <a:t>s</a:t>
            </a:r>
            <a:r>
              <a:rPr sz="5025" spc="-240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s</a:t>
            </a:r>
            <a:r>
              <a:rPr sz="5025" spc="1252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 </a:t>
            </a:r>
            <a:r>
              <a:rPr sz="3350" spc="-1680" dirty="0">
                <a:solidFill>
                  <a:schemeClr val="bg1"/>
                </a:solidFill>
                <a:latin typeface="Lucida Sans Unicode"/>
                <a:cs typeface="Lucida Sans Unicode"/>
              </a:rPr>
              <a:t>a</a:t>
            </a:r>
            <a:r>
              <a:rPr sz="5025" spc="-75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a</a:t>
            </a:r>
            <a:r>
              <a:rPr sz="5025" spc="-517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 </a:t>
            </a:r>
            <a:r>
              <a:rPr sz="3350" spc="-1730" dirty="0">
                <a:solidFill>
                  <a:schemeClr val="bg1"/>
                </a:solidFill>
                <a:latin typeface="Lucida Sans Unicode"/>
                <a:cs typeface="Lucida Sans Unicode"/>
              </a:rPr>
              <a:t>P</a:t>
            </a:r>
            <a:r>
              <a:rPr sz="5025" spc="-509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P</a:t>
            </a:r>
            <a:r>
              <a:rPr sz="3350" spc="-2135" dirty="0">
                <a:solidFill>
                  <a:schemeClr val="bg1"/>
                </a:solidFill>
                <a:latin typeface="Lucida Sans Unicode"/>
                <a:cs typeface="Lucida Sans Unicode"/>
              </a:rPr>
              <a:t>A</a:t>
            </a:r>
            <a:r>
              <a:rPr sz="5025" spc="-600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A</a:t>
            </a:r>
            <a:r>
              <a:rPr sz="3350" spc="-1964" dirty="0">
                <a:solidFill>
                  <a:schemeClr val="bg1"/>
                </a:solidFill>
                <a:latin typeface="Lucida Sans Unicode"/>
                <a:cs typeface="Lucida Sans Unicode"/>
              </a:rPr>
              <a:t>T</a:t>
            </a:r>
            <a:r>
              <a:rPr sz="5025" spc="-562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T</a:t>
            </a:r>
            <a:r>
              <a:rPr sz="3350" spc="-2280" dirty="0">
                <a:solidFill>
                  <a:schemeClr val="bg1"/>
                </a:solidFill>
                <a:latin typeface="Lucida Sans Unicode"/>
                <a:cs typeface="Lucida Sans Unicode"/>
              </a:rPr>
              <a:t>H</a:t>
            </a:r>
            <a:r>
              <a:rPr sz="5025" spc="-630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H</a:t>
            </a:r>
            <a:r>
              <a:rPr sz="3350" spc="-1035" dirty="0">
                <a:solidFill>
                  <a:schemeClr val="bg1"/>
                </a:solidFill>
                <a:latin typeface="Lucida Sans Unicode"/>
                <a:cs typeface="Lucida Sans Unicode"/>
              </a:rPr>
              <a:t>.</a:t>
            </a:r>
            <a:r>
              <a:rPr sz="5025" spc="-150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.</a:t>
            </a:r>
            <a:endParaRPr sz="5025" baseline="-3316" dirty="0">
              <a:solidFill>
                <a:schemeClr val="bg1"/>
              </a:solidFill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sz="3350" spc="-1850" dirty="0">
                <a:solidFill>
                  <a:schemeClr val="bg1"/>
                </a:solidFill>
                <a:latin typeface="Lucida Sans Unicode"/>
                <a:cs typeface="Lucida Sans Unicode"/>
              </a:rPr>
              <a:t>T</a:t>
            </a:r>
            <a:r>
              <a:rPr sz="5025" spc="-390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T</a:t>
            </a:r>
            <a:r>
              <a:rPr sz="3350" spc="-1805" dirty="0">
                <a:solidFill>
                  <a:schemeClr val="bg1"/>
                </a:solidFill>
                <a:latin typeface="Lucida Sans Unicode"/>
                <a:cs typeface="Lucida Sans Unicode"/>
              </a:rPr>
              <a:t>h</a:t>
            </a:r>
            <a:r>
              <a:rPr sz="5025" spc="-375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h</a:t>
            </a:r>
            <a:r>
              <a:rPr sz="3350" spc="-830" dirty="0">
                <a:solidFill>
                  <a:schemeClr val="bg1"/>
                </a:solidFill>
                <a:latin typeface="Lucida Sans Unicode"/>
                <a:cs typeface="Lucida Sans Unicode"/>
              </a:rPr>
              <a:t>i</a:t>
            </a:r>
            <a:r>
              <a:rPr sz="5025" spc="-165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i</a:t>
            </a:r>
            <a:r>
              <a:rPr sz="3350" spc="-1485" dirty="0">
                <a:solidFill>
                  <a:schemeClr val="bg1"/>
                </a:solidFill>
                <a:latin typeface="Lucida Sans Unicode"/>
                <a:cs typeface="Lucida Sans Unicode"/>
              </a:rPr>
              <a:t>s</a:t>
            </a:r>
            <a:r>
              <a:rPr sz="5025" spc="22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s</a:t>
            </a:r>
            <a:r>
              <a:rPr sz="5025" spc="-457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 </a:t>
            </a:r>
            <a:r>
              <a:rPr sz="3350" spc="-1635" dirty="0">
                <a:solidFill>
                  <a:schemeClr val="bg1"/>
                </a:solidFill>
                <a:latin typeface="Lucida Sans Unicode"/>
                <a:cs typeface="Lucida Sans Unicode"/>
              </a:rPr>
              <a:t>s</a:t>
            </a:r>
            <a:r>
              <a:rPr sz="5025" spc="-532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s</a:t>
            </a:r>
            <a:r>
              <a:rPr sz="3350" spc="-1955" dirty="0">
                <a:solidFill>
                  <a:schemeClr val="bg1"/>
                </a:solidFill>
                <a:latin typeface="Lucida Sans Unicode"/>
                <a:cs typeface="Lucida Sans Unicode"/>
              </a:rPr>
              <a:t>h</a:t>
            </a:r>
            <a:r>
              <a:rPr sz="5025" spc="-600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h</a:t>
            </a:r>
            <a:r>
              <a:rPr sz="3350" spc="-1955" dirty="0">
                <a:solidFill>
                  <a:schemeClr val="bg1"/>
                </a:solidFill>
                <a:latin typeface="Lucida Sans Unicode"/>
                <a:cs typeface="Lucida Sans Unicode"/>
              </a:rPr>
              <a:t>o</a:t>
            </a:r>
            <a:r>
              <a:rPr sz="5025" spc="-600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o</a:t>
            </a:r>
            <a:r>
              <a:rPr sz="3350" spc="-2410" dirty="0">
                <a:solidFill>
                  <a:schemeClr val="bg1"/>
                </a:solidFill>
                <a:latin typeface="Lucida Sans Unicode"/>
                <a:cs typeface="Lucida Sans Unicode"/>
              </a:rPr>
              <a:t>w</a:t>
            </a:r>
            <a:r>
              <a:rPr sz="5025" spc="-705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w</a:t>
            </a:r>
            <a:r>
              <a:rPr sz="3350" spc="-1635" dirty="0">
                <a:solidFill>
                  <a:schemeClr val="bg1"/>
                </a:solidFill>
                <a:latin typeface="Lucida Sans Unicode"/>
                <a:cs typeface="Lucida Sans Unicode"/>
              </a:rPr>
              <a:t>s</a:t>
            </a:r>
            <a:r>
              <a:rPr sz="5025" spc="-202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s</a:t>
            </a:r>
            <a:r>
              <a:rPr sz="5025" spc="-457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 </a:t>
            </a:r>
            <a:r>
              <a:rPr sz="3350" spc="-1095" dirty="0">
                <a:solidFill>
                  <a:schemeClr val="bg1"/>
                </a:solidFill>
                <a:latin typeface="Lucida Sans Unicode"/>
                <a:cs typeface="Lucida Sans Unicode"/>
              </a:rPr>
              <a:t>t</a:t>
            </a:r>
            <a:r>
              <a:rPr sz="5025" spc="-232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t</a:t>
            </a:r>
            <a:r>
              <a:rPr sz="3350" spc="-1814" dirty="0">
                <a:solidFill>
                  <a:schemeClr val="bg1"/>
                </a:solidFill>
                <a:latin typeface="Lucida Sans Unicode"/>
                <a:cs typeface="Lucida Sans Unicode"/>
              </a:rPr>
              <a:t>h</a:t>
            </a:r>
            <a:r>
              <a:rPr sz="5025" spc="-390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h</a:t>
            </a:r>
            <a:r>
              <a:rPr sz="3350" spc="-1639" dirty="0">
                <a:solidFill>
                  <a:schemeClr val="bg1"/>
                </a:solidFill>
                <a:latin typeface="Lucida Sans Unicode"/>
                <a:cs typeface="Lucida Sans Unicode"/>
              </a:rPr>
              <a:t>e</a:t>
            </a:r>
            <a:r>
              <a:rPr sz="5025" spc="7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e</a:t>
            </a:r>
            <a:r>
              <a:rPr sz="5025" spc="-450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 </a:t>
            </a:r>
            <a:r>
              <a:rPr sz="3350" spc="-1195" dirty="0">
                <a:solidFill>
                  <a:schemeClr val="bg1"/>
                </a:solidFill>
                <a:latin typeface="Lucida Sans Unicode"/>
                <a:cs typeface="Lucida Sans Unicode"/>
              </a:rPr>
              <a:t>r</a:t>
            </a:r>
            <a:r>
              <a:rPr sz="5025" spc="-247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r</a:t>
            </a:r>
            <a:r>
              <a:rPr sz="3350" spc="-1805" dirty="0">
                <a:solidFill>
                  <a:schemeClr val="bg1"/>
                </a:solidFill>
                <a:latin typeface="Lucida Sans Unicode"/>
                <a:cs typeface="Lucida Sans Unicode"/>
              </a:rPr>
              <a:t>o</a:t>
            </a:r>
            <a:r>
              <a:rPr sz="5025" spc="-375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o</a:t>
            </a:r>
            <a:r>
              <a:rPr sz="3350" spc="-1810" dirty="0">
                <a:solidFill>
                  <a:schemeClr val="bg1"/>
                </a:solidFill>
                <a:latin typeface="Lucida Sans Unicode"/>
                <a:cs typeface="Lucida Sans Unicode"/>
              </a:rPr>
              <a:t>u</a:t>
            </a:r>
            <a:r>
              <a:rPr sz="5025" spc="-382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u</a:t>
            </a:r>
            <a:r>
              <a:rPr sz="3350" spc="-1085" dirty="0">
                <a:solidFill>
                  <a:schemeClr val="bg1"/>
                </a:solidFill>
                <a:latin typeface="Lucida Sans Unicode"/>
                <a:cs typeface="Lucida Sans Unicode"/>
              </a:rPr>
              <a:t>t</a:t>
            </a:r>
            <a:r>
              <a:rPr sz="5025" spc="-217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t</a:t>
            </a:r>
            <a:r>
              <a:rPr sz="3350" spc="-1630" dirty="0">
                <a:solidFill>
                  <a:schemeClr val="bg1"/>
                </a:solidFill>
                <a:latin typeface="Lucida Sans Unicode"/>
                <a:cs typeface="Lucida Sans Unicode"/>
              </a:rPr>
              <a:t>e</a:t>
            </a:r>
            <a:r>
              <a:rPr sz="5025" spc="22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e</a:t>
            </a:r>
            <a:r>
              <a:rPr sz="5025" spc="-457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 </a:t>
            </a:r>
            <a:r>
              <a:rPr sz="3350" spc="-1095" dirty="0">
                <a:solidFill>
                  <a:schemeClr val="bg1"/>
                </a:solidFill>
                <a:latin typeface="Lucida Sans Unicode"/>
                <a:cs typeface="Lucida Sans Unicode"/>
              </a:rPr>
              <a:t>t</a:t>
            </a:r>
            <a:r>
              <a:rPr sz="5025" spc="-232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t</a:t>
            </a:r>
            <a:r>
              <a:rPr sz="3350" spc="-1814" dirty="0">
                <a:solidFill>
                  <a:schemeClr val="bg1"/>
                </a:solidFill>
                <a:latin typeface="Lucida Sans Unicode"/>
                <a:cs typeface="Lucida Sans Unicode"/>
              </a:rPr>
              <a:t>h</a:t>
            </a:r>
            <a:r>
              <a:rPr sz="5025" spc="-390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h</a:t>
            </a:r>
            <a:r>
              <a:rPr sz="3350" spc="-1639" dirty="0">
                <a:solidFill>
                  <a:schemeClr val="bg1"/>
                </a:solidFill>
                <a:latin typeface="Lucida Sans Unicode"/>
                <a:cs typeface="Lucida Sans Unicode"/>
              </a:rPr>
              <a:t>e</a:t>
            </a:r>
            <a:r>
              <a:rPr sz="5025" spc="7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e</a:t>
            </a:r>
            <a:r>
              <a:rPr sz="5025" spc="-457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 </a:t>
            </a:r>
            <a:r>
              <a:rPr sz="3350" spc="-1210" dirty="0">
                <a:solidFill>
                  <a:schemeClr val="bg1"/>
                </a:solidFill>
                <a:latin typeface="Lucida Sans Unicode"/>
                <a:cs typeface="Lucida Sans Unicode"/>
              </a:rPr>
              <a:t>r</a:t>
            </a:r>
            <a:r>
              <a:rPr sz="5025" spc="-270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r</a:t>
            </a:r>
            <a:r>
              <a:rPr sz="3350" spc="-1820" dirty="0">
                <a:solidFill>
                  <a:schemeClr val="bg1"/>
                </a:solidFill>
                <a:latin typeface="Lucida Sans Unicode"/>
                <a:cs typeface="Lucida Sans Unicode"/>
              </a:rPr>
              <a:t>o</a:t>
            </a:r>
            <a:r>
              <a:rPr sz="5025" spc="-397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o</a:t>
            </a:r>
            <a:r>
              <a:rPr sz="3350" spc="-1864" dirty="0">
                <a:solidFill>
                  <a:schemeClr val="bg1"/>
                </a:solidFill>
                <a:latin typeface="Lucida Sans Unicode"/>
                <a:cs typeface="Lucida Sans Unicode"/>
              </a:rPr>
              <a:t>b</a:t>
            </a:r>
            <a:r>
              <a:rPr sz="5025" spc="-412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b</a:t>
            </a:r>
            <a:r>
              <a:rPr sz="3350" spc="-1820" dirty="0">
                <a:solidFill>
                  <a:schemeClr val="bg1"/>
                </a:solidFill>
                <a:latin typeface="Lucida Sans Unicode"/>
                <a:cs typeface="Lucida Sans Unicode"/>
              </a:rPr>
              <a:t>o</a:t>
            </a:r>
            <a:r>
              <a:rPr sz="5025" spc="-397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o</a:t>
            </a:r>
            <a:r>
              <a:rPr sz="3350" spc="-1100" dirty="0">
                <a:solidFill>
                  <a:schemeClr val="bg1"/>
                </a:solidFill>
                <a:latin typeface="Lucida Sans Unicode"/>
                <a:cs typeface="Lucida Sans Unicode"/>
              </a:rPr>
              <a:t>t</a:t>
            </a:r>
            <a:r>
              <a:rPr sz="5025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t</a:t>
            </a:r>
            <a:r>
              <a:rPr sz="5025" spc="-457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 </a:t>
            </a:r>
            <a:r>
              <a:rPr sz="3350" spc="-1060" dirty="0">
                <a:solidFill>
                  <a:schemeClr val="bg1"/>
                </a:solidFill>
                <a:latin typeface="Lucida Sans Unicode"/>
                <a:cs typeface="Lucida Sans Unicode"/>
              </a:rPr>
              <a:t>t</a:t>
            </a:r>
            <a:r>
              <a:rPr sz="5025" spc="-179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t</a:t>
            </a:r>
            <a:r>
              <a:rPr sz="3350" spc="-1780" dirty="0">
                <a:solidFill>
                  <a:schemeClr val="bg1"/>
                </a:solidFill>
                <a:latin typeface="Lucida Sans Unicode"/>
                <a:cs typeface="Lucida Sans Unicode"/>
              </a:rPr>
              <a:t>o</a:t>
            </a:r>
            <a:r>
              <a:rPr sz="5025" spc="-337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o</a:t>
            </a:r>
            <a:r>
              <a:rPr sz="3350" spc="-1780" dirty="0">
                <a:solidFill>
                  <a:schemeClr val="bg1"/>
                </a:solidFill>
                <a:latin typeface="Lucida Sans Unicode"/>
                <a:cs typeface="Lucida Sans Unicode"/>
              </a:rPr>
              <a:t>o</a:t>
            </a:r>
            <a:r>
              <a:rPr sz="5025" spc="-337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o</a:t>
            </a:r>
            <a:r>
              <a:rPr sz="3350" spc="-1700" dirty="0">
                <a:solidFill>
                  <a:schemeClr val="bg1"/>
                </a:solidFill>
                <a:latin typeface="Lucida Sans Unicode"/>
                <a:cs typeface="Lucida Sans Unicode"/>
              </a:rPr>
              <a:t>k</a:t>
            </a:r>
            <a:r>
              <a:rPr sz="5025" spc="-322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k</a:t>
            </a:r>
            <a:r>
              <a:rPr sz="3350" spc="-894" dirty="0">
                <a:solidFill>
                  <a:schemeClr val="bg1"/>
                </a:solidFill>
                <a:latin typeface="Lucida Sans Unicode"/>
                <a:cs typeface="Lucida Sans Unicode"/>
              </a:rPr>
              <a:t>.</a:t>
            </a:r>
            <a:r>
              <a:rPr sz="5025" spc="60" baseline="-3316" dirty="0">
                <a:solidFill>
                  <a:schemeClr val="bg1"/>
                </a:solidFill>
                <a:latin typeface="Lucida Sans Unicode"/>
                <a:cs typeface="Lucida Sans Unicode"/>
              </a:rPr>
              <a:t>.</a:t>
            </a:r>
            <a:endParaRPr sz="5025" baseline="-3316" dirty="0">
              <a:solidFill>
                <a:schemeClr val="bg1"/>
              </a:solidFill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0219758" cy="10286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68241" y="0"/>
              <a:ext cx="10219757" cy="10286999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8700" y="5979705"/>
            <a:ext cx="11563349" cy="312419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Extension</a:t>
            </a:r>
            <a:r>
              <a:rPr spc="-290" dirty="0"/>
              <a:t> </a:t>
            </a:r>
            <a:r>
              <a:rPr spc="-30" dirty="0"/>
              <a:t>Tracks</a:t>
            </a: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47799" y="4348007"/>
            <a:ext cx="123825" cy="1238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47799" y="4776632"/>
            <a:ext cx="123825" cy="12382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47799" y="5205257"/>
            <a:ext cx="123825" cy="123824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0540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40" dirty="0"/>
              <a:t>I</a:t>
            </a:r>
            <a:r>
              <a:rPr spc="-195" dirty="0"/>
              <a:t> </a:t>
            </a:r>
            <a:r>
              <a:rPr spc="-170" dirty="0"/>
              <a:t>chose</a:t>
            </a:r>
            <a:r>
              <a:rPr spc="-150" dirty="0"/>
              <a:t> </a:t>
            </a:r>
            <a:r>
              <a:rPr spc="70" dirty="0"/>
              <a:t>three</a:t>
            </a:r>
            <a:r>
              <a:rPr spc="-170" dirty="0"/>
              <a:t> </a:t>
            </a:r>
            <a:r>
              <a:rPr spc="-20" dirty="0"/>
              <a:t>extension</a:t>
            </a:r>
            <a:r>
              <a:rPr spc="-170" dirty="0"/>
              <a:t> </a:t>
            </a:r>
            <a:r>
              <a:rPr spc="210" dirty="0"/>
              <a:t>tracks:</a:t>
            </a:r>
          </a:p>
          <a:p>
            <a:pPr marL="12700">
              <a:lnSpc>
                <a:spcPct val="100000"/>
              </a:lnSpc>
              <a:spcBef>
                <a:spcPts val="2935"/>
              </a:spcBef>
            </a:pPr>
            <a:r>
              <a:rPr b="1" dirty="0">
                <a:latin typeface="Arial"/>
                <a:cs typeface="Arial"/>
              </a:rPr>
              <a:t>Track</a:t>
            </a:r>
            <a:r>
              <a:rPr b="1" spc="-28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1</a:t>
            </a:r>
            <a:r>
              <a:rPr b="1" spc="-180" dirty="0">
                <a:latin typeface="Arial"/>
                <a:cs typeface="Arial"/>
              </a:rPr>
              <a:t> </a:t>
            </a:r>
            <a:r>
              <a:rPr b="1" spc="-1920" dirty="0">
                <a:latin typeface="Arial"/>
                <a:cs typeface="Arial"/>
              </a:rPr>
              <a:t>—</a:t>
            </a:r>
            <a:r>
              <a:rPr b="1" spc="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Obstacle</a:t>
            </a:r>
            <a:r>
              <a:rPr b="1" spc="-150" dirty="0">
                <a:latin typeface="Arial"/>
                <a:cs typeface="Arial"/>
              </a:rPr>
              <a:t> </a:t>
            </a:r>
            <a:r>
              <a:rPr b="1" spc="-40" dirty="0">
                <a:latin typeface="Arial"/>
                <a:cs typeface="Arial"/>
              </a:rPr>
              <a:t>Avoidance</a:t>
            </a:r>
          </a:p>
          <a:p>
            <a:pPr marL="746125">
              <a:lnSpc>
                <a:spcPts val="3725"/>
              </a:lnSpc>
              <a:spcBef>
                <a:spcPts val="3130"/>
              </a:spcBef>
            </a:pPr>
            <a:r>
              <a:rPr sz="3400" spc="-290" dirty="0"/>
              <a:t>The</a:t>
            </a:r>
            <a:r>
              <a:rPr sz="3400" spc="-125" dirty="0"/>
              <a:t> </a:t>
            </a:r>
            <a:r>
              <a:rPr sz="3400" dirty="0"/>
              <a:t>robot</a:t>
            </a:r>
            <a:r>
              <a:rPr sz="3400" spc="-240" dirty="0"/>
              <a:t> </a:t>
            </a:r>
            <a:r>
              <a:rPr sz="3400" spc="114" dirty="0"/>
              <a:t>reacts</a:t>
            </a:r>
            <a:r>
              <a:rPr sz="3400" spc="-150" dirty="0"/>
              <a:t> </a:t>
            </a:r>
            <a:r>
              <a:rPr sz="3400" spc="-425" dirty="0"/>
              <a:t>when</a:t>
            </a:r>
            <a:r>
              <a:rPr sz="3400" spc="-125" dirty="0"/>
              <a:t> </a:t>
            </a:r>
            <a:r>
              <a:rPr sz="3400" spc="640" dirty="0"/>
              <a:t>it</a:t>
            </a:r>
            <a:r>
              <a:rPr sz="3400" spc="-155" dirty="0"/>
              <a:t> </a:t>
            </a:r>
            <a:r>
              <a:rPr sz="3400" spc="-25" dirty="0"/>
              <a:t>sees</a:t>
            </a:r>
            <a:r>
              <a:rPr sz="3400" spc="-150" dirty="0"/>
              <a:t> </a:t>
            </a:r>
            <a:r>
              <a:rPr sz="3400" spc="-225" dirty="0"/>
              <a:t>an</a:t>
            </a:r>
            <a:r>
              <a:rPr sz="3400" spc="-125" dirty="0"/>
              <a:t> </a:t>
            </a:r>
            <a:r>
              <a:rPr sz="3400" spc="110" dirty="0"/>
              <a:t>obstacle.</a:t>
            </a:r>
            <a:endParaRPr sz="3400"/>
          </a:p>
          <a:p>
            <a:pPr marL="746125" marR="5080">
              <a:lnSpc>
                <a:spcPts val="3379"/>
              </a:lnSpc>
              <a:spcBef>
                <a:spcPts val="345"/>
              </a:spcBef>
            </a:pPr>
            <a:r>
              <a:rPr sz="3400" spc="645" dirty="0"/>
              <a:t>It</a:t>
            </a:r>
            <a:r>
              <a:rPr sz="3400" spc="-110" dirty="0"/>
              <a:t> </a:t>
            </a:r>
            <a:r>
              <a:rPr sz="3400" spc="310" dirty="0"/>
              <a:t>tries</a:t>
            </a:r>
            <a:r>
              <a:rPr sz="3400" spc="-105" dirty="0"/>
              <a:t> </a:t>
            </a:r>
            <a:r>
              <a:rPr sz="3400" spc="190" dirty="0"/>
              <a:t>alternative</a:t>
            </a:r>
            <a:r>
              <a:rPr sz="3400" spc="-105" dirty="0"/>
              <a:t> </a:t>
            </a:r>
            <a:r>
              <a:rPr sz="3400" spc="130" dirty="0"/>
              <a:t>directions</a:t>
            </a:r>
            <a:r>
              <a:rPr sz="3400" spc="-105" dirty="0"/>
              <a:t> </a:t>
            </a:r>
            <a:r>
              <a:rPr sz="3400" spc="330" dirty="0"/>
              <a:t>(right,</a:t>
            </a:r>
            <a:r>
              <a:rPr sz="3400" spc="-105" dirty="0"/>
              <a:t> </a:t>
            </a:r>
            <a:r>
              <a:rPr sz="3400" spc="470" dirty="0"/>
              <a:t>left,</a:t>
            </a:r>
            <a:r>
              <a:rPr sz="3400" spc="-105" dirty="0"/>
              <a:t> </a:t>
            </a:r>
            <a:r>
              <a:rPr sz="3400" spc="105" dirty="0"/>
              <a:t>back). </a:t>
            </a:r>
            <a:r>
              <a:rPr sz="3400" dirty="0"/>
              <a:t>This</a:t>
            </a:r>
            <a:r>
              <a:rPr sz="3400" spc="-95" dirty="0"/>
              <a:t> </a:t>
            </a:r>
            <a:r>
              <a:rPr sz="3400" spc="405" dirty="0"/>
              <a:t>is</a:t>
            </a:r>
            <a:r>
              <a:rPr sz="3400" spc="-95" dirty="0"/>
              <a:t> </a:t>
            </a:r>
            <a:r>
              <a:rPr sz="3400" spc="-204" dirty="0"/>
              <a:t>dynamic</a:t>
            </a:r>
            <a:r>
              <a:rPr sz="3400" spc="-95" dirty="0"/>
              <a:t> </a:t>
            </a:r>
            <a:r>
              <a:rPr sz="3400" spc="-270" dirty="0"/>
              <a:t>and</a:t>
            </a:r>
            <a:r>
              <a:rPr sz="3400" spc="-95" dirty="0"/>
              <a:t> </a:t>
            </a:r>
            <a:r>
              <a:rPr sz="3400" spc="165" dirty="0"/>
              <a:t>reactive</a:t>
            </a:r>
            <a:r>
              <a:rPr sz="3400" spc="-95" dirty="0"/>
              <a:t> </a:t>
            </a:r>
            <a:r>
              <a:rPr sz="3400" spc="55" dirty="0"/>
              <a:t>behavior.</a:t>
            </a:r>
            <a:endParaRPr sz="3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0219758" cy="10286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68241" y="0"/>
              <a:ext cx="10219757" cy="10286999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22586" y="6769199"/>
            <a:ext cx="9363073" cy="216217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Extension</a:t>
            </a:r>
            <a:r>
              <a:rPr spc="-290" dirty="0"/>
              <a:t> </a:t>
            </a:r>
            <a:r>
              <a:rPr spc="-30" dirty="0"/>
              <a:t>Tracks</a:t>
            </a: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18200" y="3371963"/>
            <a:ext cx="115079" cy="11507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18200" y="3770316"/>
            <a:ext cx="115079" cy="11507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18200" y="4168669"/>
            <a:ext cx="115079" cy="11507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18200" y="4567023"/>
            <a:ext cx="115079" cy="11507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18200" y="4965376"/>
            <a:ext cx="115079" cy="11507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016000" y="2103094"/>
            <a:ext cx="11164570" cy="420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solidFill>
                  <a:srgbClr val="FFFFFF"/>
                </a:solidFill>
                <a:latin typeface="Arial"/>
                <a:cs typeface="Arial"/>
              </a:rPr>
              <a:t>Track</a:t>
            </a:r>
            <a:r>
              <a:rPr sz="4000" b="1" spc="-1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sz="40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b="1" spc="-1920" dirty="0">
                <a:solidFill>
                  <a:srgbClr val="FFFFFF"/>
                </a:solidFill>
                <a:latin typeface="Arial"/>
                <a:cs typeface="Arial"/>
              </a:rPr>
              <a:t>—</a:t>
            </a:r>
            <a:r>
              <a:rPr sz="4000" b="1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b="1" spc="300" dirty="0">
                <a:solidFill>
                  <a:srgbClr val="FFFFFF"/>
                </a:solidFill>
                <a:latin typeface="Arial"/>
                <a:cs typeface="Arial"/>
              </a:rPr>
              <a:t>Finite</a:t>
            </a:r>
            <a:r>
              <a:rPr sz="40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b="1" spc="125" dirty="0">
                <a:solidFill>
                  <a:srgbClr val="FFFFFF"/>
                </a:solidFill>
                <a:latin typeface="Arial"/>
                <a:cs typeface="Arial"/>
              </a:rPr>
              <a:t>State</a:t>
            </a:r>
            <a:r>
              <a:rPr sz="40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b="1" spc="-200" dirty="0">
                <a:solidFill>
                  <a:srgbClr val="FFFFFF"/>
                </a:solidFill>
                <a:latin typeface="Arial"/>
                <a:cs typeface="Arial"/>
              </a:rPr>
              <a:t>Machine</a:t>
            </a:r>
            <a:r>
              <a:rPr sz="40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b="1" spc="-10" dirty="0">
                <a:solidFill>
                  <a:srgbClr val="FFFFFF"/>
                </a:solidFill>
                <a:latin typeface="Arial"/>
                <a:cs typeface="Arial"/>
              </a:rPr>
              <a:t>(FSM)</a:t>
            </a:r>
            <a:endParaRPr sz="4000">
              <a:latin typeface="Arial"/>
              <a:cs typeface="Arial"/>
            </a:endParaRPr>
          </a:p>
          <a:p>
            <a:pPr marL="694690">
              <a:lnSpc>
                <a:spcPts val="3460"/>
              </a:lnSpc>
              <a:spcBef>
                <a:spcPts val="3265"/>
              </a:spcBef>
            </a:pPr>
            <a:r>
              <a:rPr sz="3150" spc="-254" dirty="0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sz="3150" spc="-114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3150" dirty="0">
                <a:solidFill>
                  <a:srgbClr val="FFFFFF"/>
                </a:solidFill>
                <a:latin typeface="Lucida Sans Unicode"/>
                <a:cs typeface="Lucida Sans Unicode"/>
              </a:rPr>
              <a:t>robot</a:t>
            </a:r>
            <a:r>
              <a:rPr sz="3150" spc="-1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3150" spc="-120" dirty="0">
                <a:solidFill>
                  <a:srgbClr val="FFFFFF"/>
                </a:solidFill>
                <a:latin typeface="Lucida Sans Unicode"/>
                <a:cs typeface="Lucida Sans Unicode"/>
              </a:rPr>
              <a:t>has</a:t>
            </a:r>
            <a:r>
              <a:rPr sz="3150" spc="-1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3150" spc="180" dirty="0">
                <a:solidFill>
                  <a:srgbClr val="FFFFFF"/>
                </a:solidFill>
                <a:latin typeface="Lucida Sans Unicode"/>
                <a:cs typeface="Lucida Sans Unicode"/>
              </a:rPr>
              <a:t>different</a:t>
            </a:r>
            <a:r>
              <a:rPr sz="3150" spc="-1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3150" spc="195" dirty="0">
                <a:solidFill>
                  <a:srgbClr val="FFFFFF"/>
                </a:solidFill>
                <a:latin typeface="Lucida Sans Unicode"/>
                <a:cs typeface="Lucida Sans Unicode"/>
              </a:rPr>
              <a:t>states:</a:t>
            </a:r>
            <a:endParaRPr sz="3150">
              <a:latin typeface="Lucida Sans Unicode"/>
              <a:cs typeface="Lucida Sans Unicode"/>
            </a:endParaRPr>
          </a:p>
          <a:p>
            <a:pPr marL="694690" marR="8779510">
              <a:lnSpc>
                <a:spcPts val="3140"/>
              </a:lnSpc>
              <a:spcBef>
                <a:spcPts val="315"/>
              </a:spcBef>
            </a:pPr>
            <a:r>
              <a:rPr sz="3150" spc="-490" dirty="0">
                <a:solidFill>
                  <a:srgbClr val="FFFFFF"/>
                </a:solidFill>
                <a:latin typeface="Lucida Sans Unicode"/>
                <a:cs typeface="Lucida Sans Unicode"/>
              </a:rPr>
              <a:t>MOVING </a:t>
            </a:r>
            <a:r>
              <a:rPr sz="3150" spc="-300" dirty="0">
                <a:solidFill>
                  <a:srgbClr val="FFFFFF"/>
                </a:solidFill>
                <a:latin typeface="Lucida Sans Unicode"/>
                <a:cs typeface="Lucida Sans Unicode"/>
              </a:rPr>
              <a:t>AVOIDING </a:t>
            </a:r>
            <a:r>
              <a:rPr sz="3150" spc="-95" dirty="0">
                <a:solidFill>
                  <a:srgbClr val="FFFFFF"/>
                </a:solidFill>
                <a:latin typeface="Lucida Sans Unicode"/>
                <a:cs typeface="Lucida Sans Unicode"/>
              </a:rPr>
              <a:t>FINISHED</a:t>
            </a:r>
            <a:endParaRPr sz="3150">
              <a:latin typeface="Lucida Sans Unicode"/>
              <a:cs typeface="Lucida Sans Unicode"/>
            </a:endParaRPr>
          </a:p>
          <a:p>
            <a:pPr marL="694690">
              <a:lnSpc>
                <a:spcPts val="3130"/>
              </a:lnSpc>
            </a:pPr>
            <a:r>
              <a:rPr sz="3150" spc="-254" dirty="0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sz="3150" spc="-1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3150" dirty="0">
                <a:solidFill>
                  <a:srgbClr val="FFFFFF"/>
                </a:solidFill>
                <a:latin typeface="Lucida Sans Unicode"/>
                <a:cs typeface="Lucida Sans Unicode"/>
              </a:rPr>
              <a:t>robot</a:t>
            </a:r>
            <a:r>
              <a:rPr sz="3150" spc="-9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3150" dirty="0">
                <a:solidFill>
                  <a:srgbClr val="FFFFFF"/>
                </a:solidFill>
                <a:latin typeface="Lucida Sans Unicode"/>
                <a:cs typeface="Lucida Sans Unicode"/>
              </a:rPr>
              <a:t>switches</a:t>
            </a:r>
            <a:r>
              <a:rPr sz="3150" spc="-1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3150" spc="135" dirty="0">
                <a:solidFill>
                  <a:srgbClr val="FFFFFF"/>
                </a:solidFill>
                <a:latin typeface="Lucida Sans Unicode"/>
                <a:cs typeface="Lucida Sans Unicode"/>
              </a:rPr>
              <a:t>states</a:t>
            </a:r>
            <a:r>
              <a:rPr sz="3150" spc="-9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3150" spc="-170" dirty="0">
                <a:solidFill>
                  <a:srgbClr val="FFFFFF"/>
                </a:solidFill>
                <a:latin typeface="Lucida Sans Unicode"/>
                <a:cs typeface="Lucida Sans Unicode"/>
              </a:rPr>
              <a:t>depending</a:t>
            </a:r>
            <a:r>
              <a:rPr sz="3150" spc="-9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3150" spc="-305" dirty="0">
                <a:solidFill>
                  <a:srgbClr val="FFFFFF"/>
                </a:solidFill>
                <a:latin typeface="Lucida Sans Unicode"/>
                <a:cs typeface="Lucida Sans Unicode"/>
              </a:rPr>
              <a:t>on</a:t>
            </a:r>
            <a:r>
              <a:rPr sz="3150" spc="-1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3150" dirty="0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sz="3150" spc="-1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3150" spc="195" dirty="0">
                <a:solidFill>
                  <a:srgbClr val="FFFFFF"/>
                </a:solidFill>
                <a:latin typeface="Lucida Sans Unicode"/>
                <a:cs typeface="Lucida Sans Unicode"/>
              </a:rPr>
              <a:t>situation.</a:t>
            </a:r>
            <a:endParaRPr sz="3150">
              <a:latin typeface="Lucida Sans Unicode"/>
              <a:cs typeface="Lucida Sans Unicode"/>
            </a:endParaRPr>
          </a:p>
          <a:p>
            <a:pPr marL="233679">
              <a:lnSpc>
                <a:spcPct val="100000"/>
              </a:lnSpc>
              <a:spcBef>
                <a:spcPts val="4705"/>
              </a:spcBef>
            </a:pPr>
            <a:r>
              <a:rPr sz="3150" spc="-290" dirty="0">
                <a:solidFill>
                  <a:srgbClr val="FFFFFF"/>
                </a:solidFill>
                <a:latin typeface="Lucida Sans Unicode"/>
                <a:cs typeface="Lucida Sans Unicode"/>
              </a:rPr>
              <a:t>1.</a:t>
            </a:r>
            <a:r>
              <a:rPr sz="3150" b="1" spc="-290" dirty="0">
                <a:solidFill>
                  <a:srgbClr val="FFFFFF"/>
                </a:solidFill>
                <a:latin typeface="Arial"/>
                <a:cs typeface="Arial"/>
              </a:rPr>
              <a:t>MOVING</a:t>
            </a:r>
            <a:r>
              <a:rPr sz="3150" b="1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150" b="1" spc="150" dirty="0">
                <a:solidFill>
                  <a:srgbClr val="FFFFFF"/>
                </a:solidFill>
                <a:latin typeface="Arial"/>
                <a:cs typeface="Arial"/>
              </a:rPr>
              <a:t>state</a:t>
            </a:r>
            <a:endParaRPr sz="3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0219758" cy="10286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68241" y="0"/>
              <a:ext cx="10219757" cy="10286999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59995" y="2983670"/>
            <a:ext cx="10134599" cy="24383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59995" y="7005359"/>
            <a:ext cx="9620249" cy="1362074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Extension</a:t>
            </a:r>
            <a:r>
              <a:rPr spc="-290" dirty="0"/>
              <a:t> </a:t>
            </a:r>
            <a:r>
              <a:rPr spc="-30" dirty="0"/>
              <a:t>Tracks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016000" y="2283132"/>
            <a:ext cx="3340100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00" b="1" spc="325" dirty="0">
                <a:solidFill>
                  <a:srgbClr val="FFFFFF"/>
                </a:solidFill>
                <a:latin typeface="Arial"/>
                <a:cs typeface="Arial"/>
              </a:rPr>
              <a:t>2.</a:t>
            </a:r>
            <a:r>
              <a:rPr sz="3100" b="1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100" b="1" spc="-310" dirty="0">
                <a:solidFill>
                  <a:srgbClr val="FFFFFF"/>
                </a:solidFill>
                <a:latin typeface="Arial"/>
                <a:cs typeface="Arial"/>
              </a:rPr>
              <a:t>AVOIDING</a:t>
            </a:r>
            <a:r>
              <a:rPr sz="3100" b="1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100" b="1" spc="85" dirty="0">
                <a:solidFill>
                  <a:srgbClr val="FFFFFF"/>
                </a:solidFill>
                <a:latin typeface="Arial"/>
                <a:cs typeface="Arial"/>
              </a:rPr>
              <a:t>State</a:t>
            </a:r>
            <a:endParaRPr sz="31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16000" y="5889124"/>
            <a:ext cx="3340100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00" b="1" spc="325" dirty="0">
                <a:solidFill>
                  <a:srgbClr val="FFFFFF"/>
                </a:solidFill>
                <a:latin typeface="Arial"/>
                <a:cs typeface="Arial"/>
              </a:rPr>
              <a:t>3.</a:t>
            </a:r>
            <a:r>
              <a:rPr sz="31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100" b="1" spc="-195" dirty="0">
                <a:solidFill>
                  <a:srgbClr val="FFFFFF"/>
                </a:solidFill>
                <a:latin typeface="Arial"/>
                <a:cs typeface="Arial"/>
              </a:rPr>
              <a:t>FINISHED</a:t>
            </a:r>
            <a:r>
              <a:rPr sz="31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100" b="1" spc="75" dirty="0">
                <a:solidFill>
                  <a:srgbClr val="FFFFFF"/>
                </a:solidFill>
                <a:latin typeface="Arial"/>
                <a:cs typeface="Arial"/>
              </a:rPr>
              <a:t>State</a:t>
            </a:r>
            <a:endParaRPr sz="3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0219758" cy="10286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68241" y="0"/>
              <a:ext cx="10219757" cy="10286999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53218" y="3935281"/>
            <a:ext cx="12268199" cy="40385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53218" y="8324436"/>
            <a:ext cx="9458324" cy="495299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Extension</a:t>
            </a:r>
            <a:r>
              <a:rPr spc="-290" dirty="0"/>
              <a:t> </a:t>
            </a:r>
            <a:r>
              <a:rPr spc="-30" dirty="0"/>
              <a:t>Tracks</a:t>
            </a:r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71599" y="2890641"/>
            <a:ext cx="114300" cy="1142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71599" y="3262116"/>
            <a:ext cx="114300" cy="11429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016000" y="1701126"/>
            <a:ext cx="11715750" cy="1809750"/>
          </a:xfrm>
          <a:prstGeom prst="rect">
            <a:avLst/>
          </a:prstGeom>
        </p:spPr>
        <p:txBody>
          <a:bodyPr vert="horz" wrap="square" lIns="0" tIns="269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25"/>
              </a:spcBef>
            </a:pPr>
            <a:r>
              <a:rPr sz="3100" b="1" dirty="0">
                <a:solidFill>
                  <a:srgbClr val="FFFFFF"/>
                </a:solidFill>
                <a:latin typeface="Arial"/>
                <a:cs typeface="Arial"/>
              </a:rPr>
              <a:t>Track</a:t>
            </a:r>
            <a:r>
              <a:rPr sz="3100" b="1" spc="-1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1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r>
              <a:rPr sz="31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100" b="1" spc="-1490" dirty="0">
                <a:solidFill>
                  <a:srgbClr val="FFFFFF"/>
                </a:solidFill>
                <a:latin typeface="Arial"/>
                <a:cs typeface="Arial"/>
              </a:rPr>
              <a:t>—</a:t>
            </a:r>
            <a:r>
              <a:rPr sz="3100" b="1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100" b="1" spc="-80" dirty="0">
                <a:solidFill>
                  <a:srgbClr val="FFFFFF"/>
                </a:solidFill>
                <a:latin typeface="Arial"/>
                <a:cs typeface="Arial"/>
              </a:rPr>
              <a:t>User</a:t>
            </a:r>
            <a:r>
              <a:rPr sz="31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100" b="1" spc="175" dirty="0">
                <a:solidFill>
                  <a:srgbClr val="FFFFFF"/>
                </a:solidFill>
                <a:latin typeface="Arial"/>
                <a:cs typeface="Arial"/>
              </a:rPr>
              <a:t>Interface</a:t>
            </a:r>
            <a:r>
              <a:rPr sz="31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100" b="1" spc="190" dirty="0">
                <a:solidFill>
                  <a:srgbClr val="FFFFFF"/>
                </a:solidFill>
                <a:latin typeface="Arial"/>
                <a:cs typeface="Arial"/>
              </a:rPr>
              <a:t>(CLI)</a:t>
            </a:r>
            <a:endParaRPr sz="3100">
              <a:latin typeface="Arial"/>
              <a:cs typeface="Arial"/>
            </a:endParaRPr>
          </a:p>
          <a:p>
            <a:pPr marL="638810" marR="5080">
              <a:lnSpc>
                <a:spcPts val="2930"/>
              </a:lnSpc>
              <a:spcBef>
                <a:spcPts val="2450"/>
              </a:spcBef>
            </a:pPr>
            <a:r>
              <a:rPr sz="2900" spc="-250" dirty="0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sz="29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9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grid</a:t>
            </a:r>
            <a:r>
              <a:rPr sz="29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900" spc="355" dirty="0">
                <a:solidFill>
                  <a:srgbClr val="FFFFFF"/>
                </a:solidFill>
                <a:latin typeface="Lucida Sans Unicode"/>
                <a:cs typeface="Lucida Sans Unicode"/>
              </a:rPr>
              <a:t>is</a:t>
            </a:r>
            <a:r>
              <a:rPr sz="29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900" dirty="0">
                <a:solidFill>
                  <a:srgbClr val="FFFFFF"/>
                </a:solidFill>
                <a:latin typeface="Lucida Sans Unicode"/>
                <a:cs typeface="Lucida Sans Unicode"/>
              </a:rPr>
              <a:t>displayed</a:t>
            </a:r>
            <a:r>
              <a:rPr sz="29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900" spc="190" dirty="0">
                <a:solidFill>
                  <a:srgbClr val="FFFFFF"/>
                </a:solidFill>
                <a:latin typeface="Lucida Sans Unicode"/>
                <a:cs typeface="Lucida Sans Unicode"/>
              </a:rPr>
              <a:t>in</a:t>
            </a:r>
            <a:r>
              <a:rPr sz="29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900" dirty="0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sz="29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9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terminal</a:t>
            </a:r>
            <a:r>
              <a:rPr sz="29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900" dirty="0">
                <a:solidFill>
                  <a:srgbClr val="FFFFFF"/>
                </a:solidFill>
                <a:latin typeface="Lucida Sans Unicode"/>
                <a:cs typeface="Lucida Sans Unicode"/>
              </a:rPr>
              <a:t>with</a:t>
            </a:r>
            <a:r>
              <a:rPr sz="29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9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colors</a:t>
            </a:r>
            <a:r>
              <a:rPr sz="29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900" spc="-240" dirty="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sz="29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9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symbols. </a:t>
            </a:r>
            <a:r>
              <a:rPr sz="2900" dirty="0">
                <a:solidFill>
                  <a:srgbClr val="FFFFFF"/>
                </a:solidFill>
                <a:latin typeface="Lucida Sans Unicode"/>
                <a:cs typeface="Lucida Sans Unicode"/>
              </a:rPr>
              <a:t>This</a:t>
            </a:r>
            <a:r>
              <a:rPr sz="2900" spc="-1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9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counts</a:t>
            </a:r>
            <a:r>
              <a:rPr sz="2900" spc="-1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900" dirty="0">
                <a:solidFill>
                  <a:srgbClr val="FFFFFF"/>
                </a:solidFill>
                <a:latin typeface="Lucida Sans Unicode"/>
                <a:cs typeface="Lucida Sans Unicode"/>
              </a:rPr>
              <a:t>as</a:t>
            </a:r>
            <a:r>
              <a:rPr sz="2900" spc="-1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90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2900" spc="-1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9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simple</a:t>
            </a:r>
            <a:r>
              <a:rPr sz="2900" spc="-1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900" spc="-445" dirty="0">
                <a:solidFill>
                  <a:srgbClr val="FFFFFF"/>
                </a:solidFill>
                <a:latin typeface="Lucida Sans Unicode"/>
                <a:cs typeface="Lucida Sans Unicode"/>
              </a:rPr>
              <a:t>command-</a:t>
            </a:r>
            <a:r>
              <a:rPr sz="2900" spc="235" dirty="0">
                <a:solidFill>
                  <a:srgbClr val="FFFFFF"/>
                </a:solidFill>
                <a:latin typeface="Lucida Sans Unicode"/>
                <a:cs typeface="Lucida Sans Unicode"/>
              </a:rPr>
              <a:t>line</a:t>
            </a:r>
            <a:r>
              <a:rPr sz="2900" spc="-1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900" spc="175" dirty="0">
                <a:solidFill>
                  <a:srgbClr val="FFFFFF"/>
                </a:solidFill>
                <a:latin typeface="Lucida Sans Unicode"/>
                <a:cs typeface="Lucida Sans Unicode"/>
              </a:rPr>
              <a:t>interface.</a:t>
            </a:r>
            <a:endParaRPr sz="29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0219758" cy="10286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68241" y="0"/>
              <a:ext cx="10219757" cy="10286999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86000" y="647700"/>
            <a:ext cx="5000624" cy="64579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991600" y="665018"/>
            <a:ext cx="4448174" cy="645794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383</Words>
  <Application>Microsoft Office PowerPoint</Application>
  <PresentationFormat>مخصص</PresentationFormat>
  <Paragraphs>49</Paragraphs>
  <Slides>14</Slides>
  <Notes>0</Notes>
  <HiddenSlides>0</HiddenSlides>
  <MMClips>0</MMClips>
  <ScaleCrop>false</ScaleCrop>
  <HeadingPairs>
    <vt:vector size="4" baseType="variant">
      <vt:variant>
        <vt:lpstr>نسق</vt:lpstr>
      </vt:variant>
      <vt:variant>
        <vt:i4>1</vt:i4>
      </vt:variant>
      <vt:variant>
        <vt:lpstr>عناوين الشرائح</vt:lpstr>
      </vt:variant>
      <vt:variant>
        <vt:i4>14</vt:i4>
      </vt:variant>
    </vt:vector>
  </HeadingPairs>
  <TitlesOfParts>
    <vt:vector size="15" baseType="lpstr">
      <vt:lpstr>Office Theme</vt:lpstr>
      <vt:lpstr>Virtual Robot Simulation</vt:lpstr>
      <vt:lpstr>What the Project Does</vt:lpstr>
      <vt:lpstr>The Environment</vt:lpstr>
      <vt:lpstr>TThhee GGooaall</vt:lpstr>
      <vt:lpstr>The Robot</vt:lpstr>
      <vt:lpstr>HHooww tthhee RRoobboott CChhoooosseess DDiirreeccttiioonn</vt:lpstr>
      <vt:lpstr>Obstacle Detection BBeeffoorree mmoovviinngg,, tthhee rroobboott cchheecckkss tthhee nneexxtt cceellll..</vt:lpstr>
      <vt:lpstr>OObbssttaaccllee AAvvooiiddaannccee</vt:lpstr>
      <vt:lpstr>PPaatthh MMaarrkkiinngg</vt:lpstr>
      <vt:lpstr>Extension Tracks</vt:lpstr>
      <vt:lpstr>Extension Tracks</vt:lpstr>
      <vt:lpstr>Extension Tracks</vt:lpstr>
      <vt:lpstr>Extension Tracks</vt:lpstr>
      <vt:lpstr>عرض تقديمي في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أزرق وأبيض عصري الذكاء الاصطناعي عرض تقديمي</dc:title>
  <dc:creator>Rahaf Alnajjar</dc:creator>
  <cp:keywords>DAHCzQebtEo,BAD0E8hEm40,0</cp:keywords>
  <cp:lastModifiedBy>AL-Qema</cp:lastModifiedBy>
  <cp:revision>1</cp:revision>
  <dcterms:created xsi:type="dcterms:W3CDTF">2026-03-03T15:25:18Z</dcterms:created>
  <dcterms:modified xsi:type="dcterms:W3CDTF">2026-03-03T15:41:43Z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2026-03-03T00:00:00Z</vt:filetime>
  </property>
  <property fmtid="{D5CDD505-2E9C-101B-9397-08002B2CF9AE}" pid="3" name="Creator">
    <vt:lpwstr>Canva</vt:lpwstr>
  </property>
  <property fmtid="{D5CDD505-2E9C-101B-9397-08002B2CF9AE}" pid="4" name="LastSaved">
    <vt:filetime>2026-03-03T00:00:00Z</vt:filetime>
  </property>
  <property fmtid="{D5CDD505-2E9C-101B-9397-08002B2CF9AE}" pid="5" name="Producer">
    <vt:lpwstr>Canva</vt:lpwstr>
  </property>
</Properties>
</file>